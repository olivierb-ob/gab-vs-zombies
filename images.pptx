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1D07F"/>
    <a:srgbClr val="8A5842"/>
    <a:srgbClr val="D8CAD0"/>
    <a:srgbClr val="CC6600"/>
    <a:srgbClr val="FE1F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E0C7F-C311-3505-AFF5-D7605159A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B9580-08E7-4960-FF2A-D2BE7C49E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52A91-A11B-3472-FB8A-1BF070C2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3A634-AD79-A6CA-E797-8E7EBDD8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8D7D5-32A8-F3D2-BBC0-EDFBF262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9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FDDB-93CB-9DC5-EAD3-566EDA77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69A38-A3CE-D54D-5B3E-ED4F2496D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A8E5F-1E51-E5D7-F616-6B9AC025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0C099-F96B-90DF-A74C-2E127949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766EF-869D-F9A8-72AA-2F837FF5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6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A1CB-1692-7240-EA27-E9DB0D69A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A1CDA-1969-2F43-55E6-8B476469E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D374C-614A-2B4B-109E-FDD9310E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A3F6E-2817-C760-C4EE-51C8F64E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63120-7F31-E4C0-0B2C-2BE84B71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11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0B73-BA72-FC95-75E3-D34AF065A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794FD-38FE-4167-156D-61A245E64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03078-4FF3-74DE-55C5-FB564CFB1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AA396-F17B-C41C-B273-E61BFDE3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1A42E-D890-C307-726A-548E73587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C91AD-8BE9-9AEE-5BC4-0EAE3A145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8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3D484-5CA0-3497-1175-D15EA4B49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0E57E-B6EC-023B-11EF-D1C8C0996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D9899-583F-701C-CCCB-602561ED6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5235C-A341-691B-90ED-D978AE5D5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87D8B-A0EB-4AF4-72AE-396512601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F6CBBD-87D4-C700-AB1C-EDA726F5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55C4C-7C7C-177B-C07C-DC859D3F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4C073-2922-41E8-4C13-543BE154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9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BC66-D9D0-CEF9-2D32-0E5E8A0D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C3002-360C-5241-1722-1C3178D5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D43CA-06C9-E79C-70D3-F451606A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E08D9-87CA-8CB9-B10A-4E4ACCE5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7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7D3A4-0C27-6A2C-0F97-39C528612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CD7BA5-344B-2A65-D655-6C8724AF3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AFC25-AECA-6EB4-8985-3DD8A62C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C766-2434-8758-D37C-208408C3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03B50-D431-2DA2-E36D-2122B8FAA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40222-FF9C-6807-CDD1-B838D537F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A88EB-B49A-7870-693B-367326AD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1D113-901F-62CD-D3CA-81C60FB3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75B9C-108D-D881-616E-B6B619EDB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E4B9-A24D-EE43-CA80-C1D545EF5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A9AA4-3C32-4A90-A76D-46C17B632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93820-0685-B6D9-5E0D-06EB0DDEB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87E73-926C-0BAD-83F0-1A470C22F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CCF52-6D15-B10C-CCE6-C357C0541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A90E2-D12E-E841-37FD-04F458BC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5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BFE1-49E2-BC90-416B-35A061E9F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DC17E-A5BE-A860-C5C7-50FA176C8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46948-0326-1B18-597F-CEAA82D1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5BC8-32D4-BDA4-A76C-F809C05D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82C28-2C72-64C6-B74E-7D38F148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5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A938D-963C-B321-8770-C8A5B9B58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C5A82-4407-2FD4-B470-9A8C0965E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F183C-1B17-A68E-8A0A-AE634CA3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EE51A-DD7F-6D25-2E00-86979A83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9547-3E56-0422-AA37-1AB5B3B7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7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FF240-5130-1978-8961-2224CB392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F6858-4930-C1CB-5AA6-95EC064B3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9DE87-426C-C000-E9C9-0C3FAA626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1B898-AECA-45BA-9265-CA8A1994400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737A1-7F71-D234-D510-7DE5CE566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03CDB-DB0E-5EFE-7439-41262BC4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5846B-10AB-4131-AF78-DA3C5934BED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250AA-B14F-9A27-8BE0-4B75BDB1549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79262" y="6642100"/>
            <a:ext cx="658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229305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58255CF9-F482-966D-BF88-652382AF87AD}"/>
              </a:ext>
            </a:extLst>
          </p:cNvPr>
          <p:cNvSpPr/>
          <p:nvPr/>
        </p:nvSpPr>
        <p:spPr>
          <a:xfrm>
            <a:off x="11105522" y="5243577"/>
            <a:ext cx="914400" cy="914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94B96A-692F-DF96-9601-5788B26D403E}"/>
              </a:ext>
            </a:extLst>
          </p:cNvPr>
          <p:cNvGrpSpPr/>
          <p:nvPr/>
        </p:nvGrpSpPr>
        <p:grpSpPr>
          <a:xfrm>
            <a:off x="4914899" y="2324099"/>
            <a:ext cx="345947" cy="582421"/>
            <a:chOff x="4765547" y="1988753"/>
            <a:chExt cx="914400" cy="158451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3334FEE-5A61-6F55-BB22-91131C512F1F}"/>
                </a:ext>
              </a:extLst>
            </p:cNvPr>
            <p:cNvSpPr/>
            <p:nvPr/>
          </p:nvSpPr>
          <p:spPr>
            <a:xfrm rot="20467094">
              <a:off x="5232237" y="2294112"/>
              <a:ext cx="163447" cy="177460"/>
            </a:xfrm>
            <a:prstGeom prst="roundRect">
              <a:avLst/>
            </a:prstGeom>
            <a:solidFill>
              <a:srgbClr val="D8CA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B5A5CC2-85DA-6C78-19A2-7AC44A262BA0}"/>
                </a:ext>
              </a:extLst>
            </p:cNvPr>
            <p:cNvSpPr/>
            <p:nvPr/>
          </p:nvSpPr>
          <p:spPr>
            <a:xfrm rot="3242456">
              <a:off x="5229327" y="2489007"/>
              <a:ext cx="163447" cy="177460"/>
            </a:xfrm>
            <a:prstGeom prst="roundRect">
              <a:avLst/>
            </a:prstGeom>
            <a:solidFill>
              <a:srgbClr val="D8CA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FC7EA87-D4E5-56F9-D140-21FE515AB6C1}"/>
                </a:ext>
              </a:extLst>
            </p:cNvPr>
            <p:cNvGrpSpPr/>
            <p:nvPr/>
          </p:nvGrpSpPr>
          <p:grpSpPr>
            <a:xfrm>
              <a:off x="4765547" y="2411655"/>
              <a:ext cx="914400" cy="1161616"/>
              <a:chOff x="5298948" y="1128956"/>
              <a:chExt cx="914400" cy="1161616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5CD0B555-40F8-F309-FAF8-C8DF9FE86BF5}"/>
                  </a:ext>
                </a:extLst>
              </p:cNvPr>
              <p:cNvSpPr/>
              <p:nvPr/>
            </p:nvSpPr>
            <p:spPr>
              <a:xfrm>
                <a:off x="5298948" y="1851660"/>
                <a:ext cx="914400" cy="33832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8258952-5B43-DC1F-903C-9A85F8165C9C}"/>
                  </a:ext>
                </a:extLst>
              </p:cNvPr>
              <p:cNvSpPr/>
              <p:nvPr/>
            </p:nvSpPr>
            <p:spPr>
              <a:xfrm>
                <a:off x="5423916" y="1755648"/>
                <a:ext cx="672084" cy="53492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4F0FC0A-084B-ED89-C7FE-6689CFBB949D}"/>
                  </a:ext>
                </a:extLst>
              </p:cNvPr>
              <p:cNvSpPr/>
              <p:nvPr/>
            </p:nvSpPr>
            <p:spPr>
              <a:xfrm rot="15977337">
                <a:off x="5162839" y="1646523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02B39C2-D963-5B49-8599-3AD1F4C8065E}"/>
                  </a:ext>
                </a:extLst>
              </p:cNvPr>
              <p:cNvSpPr/>
              <p:nvPr/>
            </p:nvSpPr>
            <p:spPr>
              <a:xfrm rot="19564035">
                <a:off x="5311933" y="1367756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B6A7A3F-8FF8-41A1-03A3-10A16C13F3F9}"/>
                  </a:ext>
                </a:extLst>
              </p:cNvPr>
              <p:cNvSpPr/>
              <p:nvPr/>
            </p:nvSpPr>
            <p:spPr>
              <a:xfrm rot="15224358">
                <a:off x="5780063" y="1557927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E355F35-6FEC-4A04-345F-7AC86BB5C3C7}"/>
                  </a:ext>
                </a:extLst>
              </p:cNvPr>
              <p:cNvSpPr/>
              <p:nvPr/>
            </p:nvSpPr>
            <p:spPr>
              <a:xfrm rot="15224358">
                <a:off x="5694720" y="1265462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C70BE6C-4CC2-2392-E7FE-D756F313BF0B}"/>
                </a:ext>
              </a:extLst>
            </p:cNvPr>
            <p:cNvGrpSpPr/>
            <p:nvPr/>
          </p:nvGrpSpPr>
          <p:grpSpPr>
            <a:xfrm>
              <a:off x="5004392" y="2887757"/>
              <a:ext cx="451964" cy="584930"/>
              <a:chOff x="7251192" y="1527337"/>
              <a:chExt cx="362707" cy="493489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4E4135E-732A-FEAC-4C9B-8F80D2722F02}"/>
                  </a:ext>
                </a:extLst>
              </p:cNvPr>
              <p:cNvSpPr/>
              <p:nvPr/>
            </p:nvSpPr>
            <p:spPr>
              <a:xfrm>
                <a:off x="7251192" y="1655065"/>
                <a:ext cx="362707" cy="365761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D2A13892-6A1F-8F52-D0DF-68EF1E511E05}"/>
                  </a:ext>
                </a:extLst>
              </p:cNvPr>
              <p:cNvSpPr/>
              <p:nvPr/>
            </p:nvSpPr>
            <p:spPr>
              <a:xfrm>
                <a:off x="7286241" y="1527337"/>
                <a:ext cx="292608" cy="228311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9F1BE6B-5B2C-2361-EFE0-3E505E2A6FCD}"/>
                </a:ext>
              </a:extLst>
            </p:cNvPr>
            <p:cNvSpPr/>
            <p:nvPr/>
          </p:nvSpPr>
          <p:spPr>
            <a:xfrm>
              <a:off x="5260491" y="1988753"/>
              <a:ext cx="86868" cy="420439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2AC57BE-0DBC-53FB-C26C-7F1A4CF2AEE6}"/>
              </a:ext>
            </a:extLst>
          </p:cNvPr>
          <p:cNvGrpSpPr/>
          <p:nvPr/>
        </p:nvGrpSpPr>
        <p:grpSpPr>
          <a:xfrm rot="20085760">
            <a:off x="11255550" y="6313055"/>
            <a:ext cx="976213" cy="246037"/>
            <a:chOff x="5930304" y="4314267"/>
            <a:chExt cx="3247229" cy="734060"/>
          </a:xfrm>
        </p:grpSpPr>
        <p:sp>
          <p:nvSpPr>
            <p:cNvPr id="63" name="Trapezoid 62">
              <a:extLst>
                <a:ext uri="{FF2B5EF4-FFF2-40B4-BE49-F238E27FC236}">
                  <a16:creationId xmlns:a16="http://schemas.microsoft.com/office/drawing/2014/main" id="{F71637EE-38A3-730C-C29A-2EFDE056A3B4}"/>
                </a:ext>
              </a:extLst>
            </p:cNvPr>
            <p:cNvSpPr/>
            <p:nvPr/>
          </p:nvSpPr>
          <p:spPr>
            <a:xfrm rot="5161271">
              <a:off x="6146133" y="4269843"/>
              <a:ext cx="334801" cy="766459"/>
            </a:xfrm>
            <a:prstGeom prst="trapezoid">
              <a:avLst>
                <a:gd name="adj" fmla="val 13764"/>
              </a:avLst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6767D55-1697-84D5-8998-9ADDD19D2A28}"/>
                </a:ext>
              </a:extLst>
            </p:cNvPr>
            <p:cNvCxnSpPr>
              <a:stCxn id="63" idx="0"/>
              <a:endCxn id="63" idx="0"/>
            </p:cNvCxnSpPr>
            <p:nvPr/>
          </p:nvCxnSpPr>
          <p:spPr>
            <a:xfrm>
              <a:off x="6695839" y="4626482"/>
              <a:ext cx="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3B82B32-8C24-7B2D-BA13-15E984B196F6}"/>
                </a:ext>
              </a:extLst>
            </p:cNvPr>
            <p:cNvSpPr/>
            <p:nvPr/>
          </p:nvSpPr>
          <p:spPr>
            <a:xfrm>
              <a:off x="6819125" y="4589957"/>
              <a:ext cx="2358408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30B75E3-AABD-7A15-6FC2-ABC200598CA4}"/>
                </a:ext>
              </a:extLst>
            </p:cNvPr>
            <p:cNvSpPr/>
            <p:nvPr/>
          </p:nvSpPr>
          <p:spPr>
            <a:xfrm>
              <a:off x="6819125" y="4507442"/>
              <a:ext cx="2358408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5F20BC9-A3DB-11C7-7DD1-E7C131B32D47}"/>
                </a:ext>
              </a:extLst>
            </p:cNvPr>
            <p:cNvSpPr/>
            <p:nvPr/>
          </p:nvSpPr>
          <p:spPr>
            <a:xfrm>
              <a:off x="6707455" y="4519933"/>
              <a:ext cx="1197780" cy="11574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B18F4F69-A119-E3DA-B04B-69C925E678CB}"/>
                </a:ext>
              </a:extLst>
            </p:cNvPr>
            <p:cNvSpPr/>
            <p:nvPr/>
          </p:nvSpPr>
          <p:spPr>
            <a:xfrm>
              <a:off x="6443264" y="4507442"/>
              <a:ext cx="437179" cy="323979"/>
            </a:xfrm>
            <a:prstGeom prst="parallelogram">
              <a:avLst>
                <a:gd name="adj" fmla="val 74465"/>
              </a:avLst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9BF2F70-186E-6927-3C23-3D65F1DDEFCD}"/>
                </a:ext>
              </a:extLst>
            </p:cNvPr>
            <p:cNvSpPr/>
            <p:nvPr/>
          </p:nvSpPr>
          <p:spPr>
            <a:xfrm>
              <a:off x="7626984" y="4545150"/>
              <a:ext cx="914400" cy="187106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57FA28C-6AB9-623F-F671-3576C339CD52}"/>
                </a:ext>
              </a:extLst>
            </p:cNvPr>
            <p:cNvSpPr/>
            <p:nvPr/>
          </p:nvSpPr>
          <p:spPr>
            <a:xfrm>
              <a:off x="7083837" y="4314267"/>
              <a:ext cx="445016" cy="17911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7C73E13F-541A-D8F7-7DB9-6B2667329ACC}"/>
                </a:ext>
              </a:extLst>
            </p:cNvPr>
            <p:cNvSpPr/>
            <p:nvPr/>
          </p:nvSpPr>
          <p:spPr>
            <a:xfrm>
              <a:off x="6682086" y="4660235"/>
              <a:ext cx="274077" cy="388092"/>
            </a:xfrm>
            <a:prstGeom prst="parallelogram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D4F72B6-240C-3695-46A0-C4E3F137F65A}"/>
                </a:ext>
              </a:extLst>
            </p:cNvPr>
            <p:cNvSpPr/>
            <p:nvPr/>
          </p:nvSpPr>
          <p:spPr>
            <a:xfrm rot="15706640">
              <a:off x="6968464" y="4673396"/>
              <a:ext cx="98900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9629CD5-4C71-123A-DE27-A03C3A39019E}"/>
                </a:ext>
              </a:extLst>
            </p:cNvPr>
            <p:cNvSpPr/>
            <p:nvPr/>
          </p:nvSpPr>
          <p:spPr>
            <a:xfrm>
              <a:off x="6902723" y="4795540"/>
              <a:ext cx="328384" cy="5112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699F654-26C9-02A1-D9FB-02425F1D2F99}"/>
                </a:ext>
              </a:extLst>
            </p:cNvPr>
            <p:cNvSpPr/>
            <p:nvPr/>
          </p:nvSpPr>
          <p:spPr>
            <a:xfrm rot="18151708" flipV="1">
              <a:off x="7081878" y="4628408"/>
              <a:ext cx="434340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FA5AD-45CB-7427-897D-D71CD1379B8E}"/>
              </a:ext>
            </a:extLst>
          </p:cNvPr>
          <p:cNvGrpSpPr/>
          <p:nvPr/>
        </p:nvGrpSpPr>
        <p:grpSpPr>
          <a:xfrm rot="19716665">
            <a:off x="11327019" y="4700109"/>
            <a:ext cx="435591" cy="324532"/>
            <a:chOff x="6370291" y="3097951"/>
            <a:chExt cx="969271" cy="685529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EEFD6866-AE98-BB3C-AE41-BF61289C7B22}"/>
                </a:ext>
              </a:extLst>
            </p:cNvPr>
            <p:cNvGrpSpPr/>
            <p:nvPr/>
          </p:nvGrpSpPr>
          <p:grpSpPr>
            <a:xfrm>
              <a:off x="6370291" y="3228078"/>
              <a:ext cx="969271" cy="555402"/>
              <a:chOff x="6370291" y="3228078"/>
              <a:chExt cx="969271" cy="555402"/>
            </a:xfrm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A28AD2C4-1913-51CF-B69A-EE6B080D3A02}"/>
                  </a:ext>
                </a:extLst>
              </p:cNvPr>
              <p:cNvSpPr/>
              <p:nvPr/>
            </p:nvSpPr>
            <p:spPr>
              <a:xfrm>
                <a:off x="6425162" y="3228078"/>
                <a:ext cx="914400" cy="200922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C8D3BC73-FC5E-F4F7-EE25-4942DFDC6177}"/>
                  </a:ext>
                </a:extLst>
              </p:cNvPr>
              <p:cNvSpPr/>
              <p:nvPr/>
            </p:nvSpPr>
            <p:spPr>
              <a:xfrm rot="17211909">
                <a:off x="6202380" y="3406963"/>
                <a:ext cx="544428" cy="2086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A0A46C8-C418-B52D-1FA5-BA0309CC794C}"/>
                  </a:ext>
                </a:extLst>
              </p:cNvPr>
              <p:cNvSpPr/>
              <p:nvPr/>
            </p:nvSpPr>
            <p:spPr>
              <a:xfrm rot="18881623" flipV="1">
                <a:off x="6615831" y="3450677"/>
                <a:ext cx="362707" cy="457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111BFED-D07E-5A6C-61DA-919B800C128D}"/>
                  </a:ext>
                </a:extLst>
              </p:cNvPr>
              <p:cNvSpPr/>
              <p:nvPr/>
            </p:nvSpPr>
            <p:spPr>
              <a:xfrm flipV="1">
                <a:off x="6519655" y="3564932"/>
                <a:ext cx="133729" cy="53601"/>
              </a:xfrm>
              <a:prstGeom prst="rect">
                <a:avLst/>
              </a:prstGeom>
              <a:ln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856CDE2F-5DE4-E970-B5F4-8836EF197D35}"/>
                </a:ext>
              </a:extLst>
            </p:cNvPr>
            <p:cNvSpPr/>
            <p:nvPr/>
          </p:nvSpPr>
          <p:spPr>
            <a:xfrm>
              <a:off x="6599948" y="3097951"/>
              <a:ext cx="314321" cy="14140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40A327A-C369-1F1C-74D1-FB1E705548FC}"/>
              </a:ext>
            </a:extLst>
          </p:cNvPr>
          <p:cNvGrpSpPr/>
          <p:nvPr/>
        </p:nvGrpSpPr>
        <p:grpSpPr>
          <a:xfrm rot="20156015">
            <a:off x="11053365" y="5474086"/>
            <a:ext cx="1155675" cy="455975"/>
            <a:chOff x="4216425" y="4962730"/>
            <a:chExt cx="2471720" cy="935195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EEB53B56-D7BC-5373-2907-7ED98615E664}"/>
                </a:ext>
              </a:extLst>
            </p:cNvPr>
            <p:cNvSpPr/>
            <p:nvPr/>
          </p:nvSpPr>
          <p:spPr>
            <a:xfrm rot="1191776">
              <a:off x="4764712" y="5496081"/>
              <a:ext cx="159474" cy="401844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A437BFA8-DBCC-451A-6483-F5ACEE8D24DB}"/>
                </a:ext>
              </a:extLst>
            </p:cNvPr>
            <p:cNvSpPr/>
            <p:nvPr/>
          </p:nvSpPr>
          <p:spPr>
            <a:xfrm>
              <a:off x="4852992" y="5176925"/>
              <a:ext cx="1573208" cy="192024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B6388F16-3535-307D-ADC8-BAA94C9F473D}"/>
                </a:ext>
              </a:extLst>
            </p:cNvPr>
            <p:cNvSpPr/>
            <p:nvPr/>
          </p:nvSpPr>
          <p:spPr>
            <a:xfrm rot="20817726">
              <a:off x="5356835" y="5273080"/>
              <a:ext cx="246823" cy="620136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ED8AC872-03F0-1E2D-45E6-EED37F72E0B9}"/>
                </a:ext>
              </a:extLst>
            </p:cNvPr>
            <p:cNvSpPr/>
            <p:nvPr/>
          </p:nvSpPr>
          <p:spPr>
            <a:xfrm>
              <a:off x="4821485" y="5257359"/>
              <a:ext cx="723839" cy="288921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rapezoid 99">
              <a:extLst>
                <a:ext uri="{FF2B5EF4-FFF2-40B4-BE49-F238E27FC236}">
                  <a16:creationId xmlns:a16="http://schemas.microsoft.com/office/drawing/2014/main" id="{6ECF0A11-9FB7-9B9B-5706-3B346BEA0BBC}"/>
                </a:ext>
              </a:extLst>
            </p:cNvPr>
            <p:cNvSpPr/>
            <p:nvPr/>
          </p:nvSpPr>
          <p:spPr>
            <a:xfrm rot="16200000">
              <a:off x="4441969" y="5075396"/>
              <a:ext cx="337851" cy="547685"/>
            </a:xfrm>
            <a:prstGeom prst="trapezoid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rapezoid 100">
              <a:extLst>
                <a:ext uri="{FF2B5EF4-FFF2-40B4-BE49-F238E27FC236}">
                  <a16:creationId xmlns:a16="http://schemas.microsoft.com/office/drawing/2014/main" id="{CE6E46E3-3E0A-F25D-29F5-96EACD3BCB40}"/>
                </a:ext>
              </a:extLst>
            </p:cNvPr>
            <p:cNvSpPr/>
            <p:nvPr/>
          </p:nvSpPr>
          <p:spPr>
            <a:xfrm rot="5400000">
              <a:off x="4159944" y="5236794"/>
              <a:ext cx="337851" cy="224890"/>
            </a:xfrm>
            <a:prstGeom prst="trapezoid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694884C-0D1D-0C34-27F3-193C026E9FD9}"/>
                </a:ext>
              </a:extLst>
            </p:cNvPr>
            <p:cNvSpPr/>
            <p:nvPr/>
          </p:nvSpPr>
          <p:spPr>
            <a:xfrm>
              <a:off x="6425162" y="5272937"/>
              <a:ext cx="262983" cy="5480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80D79CB3-BC77-58DE-2EBD-7D8BE86431A5}"/>
                </a:ext>
              </a:extLst>
            </p:cNvPr>
            <p:cNvSpPr/>
            <p:nvPr/>
          </p:nvSpPr>
          <p:spPr>
            <a:xfrm>
              <a:off x="4905062" y="5072334"/>
              <a:ext cx="380362" cy="180898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rapezoid 103">
              <a:extLst>
                <a:ext uri="{FF2B5EF4-FFF2-40B4-BE49-F238E27FC236}">
                  <a16:creationId xmlns:a16="http://schemas.microsoft.com/office/drawing/2014/main" id="{8D9E364C-BC52-1F25-0699-8E73A5D5309B}"/>
                </a:ext>
              </a:extLst>
            </p:cNvPr>
            <p:cNvSpPr/>
            <p:nvPr/>
          </p:nvSpPr>
          <p:spPr>
            <a:xfrm>
              <a:off x="4916244" y="4962730"/>
              <a:ext cx="221949" cy="224890"/>
            </a:xfrm>
            <a:prstGeom prst="trapezoid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EFB85EE-C99B-CA96-429C-BEEC6530D607}"/>
                </a:ext>
              </a:extLst>
            </p:cNvPr>
            <p:cNvSpPr/>
            <p:nvPr/>
          </p:nvSpPr>
          <p:spPr>
            <a:xfrm>
              <a:off x="4830377" y="5614777"/>
              <a:ext cx="262983" cy="5480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0C066AF-1808-0ACA-4A21-4BBB73478476}"/>
                </a:ext>
              </a:extLst>
            </p:cNvPr>
            <p:cNvSpPr/>
            <p:nvPr/>
          </p:nvSpPr>
          <p:spPr>
            <a:xfrm rot="7090903">
              <a:off x="5011156" y="5498916"/>
              <a:ext cx="262983" cy="5480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5868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Rectangle 1120">
            <a:extLst>
              <a:ext uri="{FF2B5EF4-FFF2-40B4-BE49-F238E27FC236}">
                <a16:creationId xmlns:a16="http://schemas.microsoft.com/office/drawing/2014/main" id="{E7C537EB-2606-CDE2-46E8-EC5B9F3B4447}"/>
              </a:ext>
            </a:extLst>
          </p:cNvPr>
          <p:cNvSpPr/>
          <p:nvPr/>
        </p:nvSpPr>
        <p:spPr>
          <a:xfrm>
            <a:off x="9600004" y="2149606"/>
            <a:ext cx="982399" cy="987520"/>
          </a:xfrm>
          <a:prstGeom prst="rect">
            <a:avLst/>
          </a:prstGeom>
          <a:solidFill>
            <a:srgbClr val="FE1F0E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750EF97-0CBF-2FF1-F074-CF51FBEC8418}"/>
              </a:ext>
            </a:extLst>
          </p:cNvPr>
          <p:cNvSpPr/>
          <p:nvPr/>
        </p:nvSpPr>
        <p:spPr>
          <a:xfrm>
            <a:off x="9600004" y="3292037"/>
            <a:ext cx="982399" cy="987520"/>
          </a:xfrm>
          <a:prstGeom prst="rect">
            <a:avLst/>
          </a:prstGeom>
          <a:solidFill>
            <a:srgbClr val="FE1F0E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8C47E736-49A1-5E6B-7865-7332CE74E825}"/>
              </a:ext>
            </a:extLst>
          </p:cNvPr>
          <p:cNvSpPr/>
          <p:nvPr/>
        </p:nvSpPr>
        <p:spPr>
          <a:xfrm>
            <a:off x="9600004" y="4437618"/>
            <a:ext cx="982399" cy="987520"/>
          </a:xfrm>
          <a:prstGeom prst="rect">
            <a:avLst/>
          </a:prstGeom>
          <a:solidFill>
            <a:srgbClr val="FE1F0E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E10AF177-0B99-6841-84D7-F243B245B39E}"/>
              </a:ext>
            </a:extLst>
          </p:cNvPr>
          <p:cNvSpPr/>
          <p:nvPr/>
        </p:nvSpPr>
        <p:spPr>
          <a:xfrm>
            <a:off x="4752244" y="3168136"/>
            <a:ext cx="982399" cy="1876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C0785A45-AAD8-F81C-5A4D-1AE20A41132D}"/>
              </a:ext>
            </a:extLst>
          </p:cNvPr>
          <p:cNvSpPr/>
          <p:nvPr/>
        </p:nvSpPr>
        <p:spPr>
          <a:xfrm>
            <a:off x="3481281" y="3160424"/>
            <a:ext cx="982399" cy="1876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DC9C0823-87AA-0AC9-3F8C-065048CCA1A8}"/>
              </a:ext>
            </a:extLst>
          </p:cNvPr>
          <p:cNvSpPr/>
          <p:nvPr/>
        </p:nvSpPr>
        <p:spPr>
          <a:xfrm>
            <a:off x="2209473" y="3137126"/>
            <a:ext cx="982399" cy="1876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5" name="Group 934">
            <a:extLst>
              <a:ext uri="{FF2B5EF4-FFF2-40B4-BE49-F238E27FC236}">
                <a16:creationId xmlns:a16="http://schemas.microsoft.com/office/drawing/2014/main" id="{7CDBFD24-D719-250D-484C-40450C2E9FBF}"/>
              </a:ext>
            </a:extLst>
          </p:cNvPr>
          <p:cNvGrpSpPr/>
          <p:nvPr/>
        </p:nvGrpSpPr>
        <p:grpSpPr>
          <a:xfrm rot="19598935">
            <a:off x="9875019" y="2522922"/>
            <a:ext cx="486645" cy="303588"/>
            <a:chOff x="6370291" y="3097951"/>
            <a:chExt cx="969271" cy="685529"/>
          </a:xfrm>
        </p:grpSpPr>
        <p:grpSp>
          <p:nvGrpSpPr>
            <p:cNvPr id="933" name="Group 932">
              <a:extLst>
                <a:ext uri="{FF2B5EF4-FFF2-40B4-BE49-F238E27FC236}">
                  <a16:creationId xmlns:a16="http://schemas.microsoft.com/office/drawing/2014/main" id="{5D1A8461-7728-5A80-22A7-1858C4D4725A}"/>
                </a:ext>
              </a:extLst>
            </p:cNvPr>
            <p:cNvGrpSpPr/>
            <p:nvPr/>
          </p:nvGrpSpPr>
          <p:grpSpPr>
            <a:xfrm>
              <a:off x="6370291" y="3228078"/>
              <a:ext cx="969271" cy="555402"/>
              <a:chOff x="6370291" y="3228078"/>
              <a:chExt cx="969271" cy="555402"/>
            </a:xfrm>
          </p:grpSpPr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287A07B2-60CC-29BB-EBE1-B93AFE694FD1}"/>
                  </a:ext>
                </a:extLst>
              </p:cNvPr>
              <p:cNvSpPr/>
              <p:nvPr/>
            </p:nvSpPr>
            <p:spPr>
              <a:xfrm>
                <a:off x="6425162" y="3228078"/>
                <a:ext cx="914400" cy="200922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1F31D54-AB6B-C822-F92D-07F61E797020}"/>
                  </a:ext>
                </a:extLst>
              </p:cNvPr>
              <p:cNvSpPr/>
              <p:nvPr/>
            </p:nvSpPr>
            <p:spPr>
              <a:xfrm rot="17211909">
                <a:off x="6202380" y="3406963"/>
                <a:ext cx="544428" cy="20860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1" name="Rectangle 930">
                <a:extLst>
                  <a:ext uri="{FF2B5EF4-FFF2-40B4-BE49-F238E27FC236}">
                    <a16:creationId xmlns:a16="http://schemas.microsoft.com/office/drawing/2014/main" id="{B8D649C0-427E-DBD5-16BB-A3F69D6C491A}"/>
                  </a:ext>
                </a:extLst>
              </p:cNvPr>
              <p:cNvSpPr/>
              <p:nvPr/>
            </p:nvSpPr>
            <p:spPr>
              <a:xfrm rot="18881623" flipV="1">
                <a:off x="6615831" y="3450677"/>
                <a:ext cx="362707" cy="457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2" name="Rectangle 931">
                <a:extLst>
                  <a:ext uri="{FF2B5EF4-FFF2-40B4-BE49-F238E27FC236}">
                    <a16:creationId xmlns:a16="http://schemas.microsoft.com/office/drawing/2014/main" id="{85F6174C-C528-8A9B-14A8-B999231D56E9}"/>
                  </a:ext>
                </a:extLst>
              </p:cNvPr>
              <p:cNvSpPr/>
              <p:nvPr/>
            </p:nvSpPr>
            <p:spPr>
              <a:xfrm flipV="1">
                <a:off x="6519655" y="3564932"/>
                <a:ext cx="133729" cy="53601"/>
              </a:xfrm>
              <a:prstGeom prst="rect">
                <a:avLst/>
              </a:prstGeom>
              <a:ln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34" name="Rectangle: Rounded Corners 933">
              <a:extLst>
                <a:ext uri="{FF2B5EF4-FFF2-40B4-BE49-F238E27FC236}">
                  <a16:creationId xmlns:a16="http://schemas.microsoft.com/office/drawing/2014/main" id="{3B2F8FB1-C270-F5EF-3392-86897DDFB63D}"/>
                </a:ext>
              </a:extLst>
            </p:cNvPr>
            <p:cNvSpPr/>
            <p:nvPr/>
          </p:nvSpPr>
          <p:spPr>
            <a:xfrm>
              <a:off x="6599948" y="3097951"/>
              <a:ext cx="314321" cy="14140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8" name="Group 967">
            <a:extLst>
              <a:ext uri="{FF2B5EF4-FFF2-40B4-BE49-F238E27FC236}">
                <a16:creationId xmlns:a16="http://schemas.microsoft.com/office/drawing/2014/main" id="{E1B998BD-4E74-8AD7-2F48-4F2953A4B1EB}"/>
              </a:ext>
            </a:extLst>
          </p:cNvPr>
          <p:cNvGrpSpPr/>
          <p:nvPr/>
        </p:nvGrpSpPr>
        <p:grpSpPr>
          <a:xfrm rot="19368702">
            <a:off x="9534758" y="4761464"/>
            <a:ext cx="1112888" cy="295236"/>
            <a:chOff x="5930304" y="4314267"/>
            <a:chExt cx="3247229" cy="734060"/>
          </a:xfrm>
        </p:grpSpPr>
        <p:sp>
          <p:nvSpPr>
            <p:cNvPr id="950" name="Trapezoid 949">
              <a:extLst>
                <a:ext uri="{FF2B5EF4-FFF2-40B4-BE49-F238E27FC236}">
                  <a16:creationId xmlns:a16="http://schemas.microsoft.com/office/drawing/2014/main" id="{9B599B1F-6B6C-34B4-1192-1F4333C1618C}"/>
                </a:ext>
              </a:extLst>
            </p:cNvPr>
            <p:cNvSpPr/>
            <p:nvPr/>
          </p:nvSpPr>
          <p:spPr>
            <a:xfrm rot="5161271">
              <a:off x="6146133" y="4269843"/>
              <a:ext cx="334801" cy="766459"/>
            </a:xfrm>
            <a:prstGeom prst="trapezoid">
              <a:avLst>
                <a:gd name="adj" fmla="val 13764"/>
              </a:avLst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E62EE9A1-42AB-5DDE-787D-6E1AE9B57C17}"/>
                </a:ext>
              </a:extLst>
            </p:cNvPr>
            <p:cNvCxnSpPr>
              <a:stCxn id="950" idx="0"/>
              <a:endCxn id="950" idx="0"/>
            </p:cNvCxnSpPr>
            <p:nvPr/>
          </p:nvCxnSpPr>
          <p:spPr>
            <a:xfrm>
              <a:off x="6695839" y="4626482"/>
              <a:ext cx="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4" name="Rectangle 953">
              <a:extLst>
                <a:ext uri="{FF2B5EF4-FFF2-40B4-BE49-F238E27FC236}">
                  <a16:creationId xmlns:a16="http://schemas.microsoft.com/office/drawing/2014/main" id="{55BB3719-D4FF-6A41-27FF-FE3721281807}"/>
                </a:ext>
              </a:extLst>
            </p:cNvPr>
            <p:cNvSpPr/>
            <p:nvPr/>
          </p:nvSpPr>
          <p:spPr>
            <a:xfrm>
              <a:off x="6819125" y="4589957"/>
              <a:ext cx="2358408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6" name="Rectangle 955">
              <a:extLst>
                <a:ext uri="{FF2B5EF4-FFF2-40B4-BE49-F238E27FC236}">
                  <a16:creationId xmlns:a16="http://schemas.microsoft.com/office/drawing/2014/main" id="{E59C8E09-59FC-DBA8-6DB4-68193B5950D9}"/>
                </a:ext>
              </a:extLst>
            </p:cNvPr>
            <p:cNvSpPr/>
            <p:nvPr/>
          </p:nvSpPr>
          <p:spPr>
            <a:xfrm>
              <a:off x="6819125" y="4507442"/>
              <a:ext cx="2358408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7" name="Rectangle 956">
              <a:extLst>
                <a:ext uri="{FF2B5EF4-FFF2-40B4-BE49-F238E27FC236}">
                  <a16:creationId xmlns:a16="http://schemas.microsoft.com/office/drawing/2014/main" id="{F9E626D9-99B1-1AC6-2BA6-26500775DB93}"/>
                </a:ext>
              </a:extLst>
            </p:cNvPr>
            <p:cNvSpPr/>
            <p:nvPr/>
          </p:nvSpPr>
          <p:spPr>
            <a:xfrm>
              <a:off x="6707455" y="4519933"/>
              <a:ext cx="1197780" cy="11574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8" name="Parallelogram 957">
              <a:extLst>
                <a:ext uri="{FF2B5EF4-FFF2-40B4-BE49-F238E27FC236}">
                  <a16:creationId xmlns:a16="http://schemas.microsoft.com/office/drawing/2014/main" id="{866AD592-A979-79A0-0AFB-F11C5EAAB9FA}"/>
                </a:ext>
              </a:extLst>
            </p:cNvPr>
            <p:cNvSpPr/>
            <p:nvPr/>
          </p:nvSpPr>
          <p:spPr>
            <a:xfrm>
              <a:off x="6443264" y="4507442"/>
              <a:ext cx="437179" cy="323979"/>
            </a:xfrm>
            <a:prstGeom prst="parallelogram">
              <a:avLst>
                <a:gd name="adj" fmla="val 74465"/>
              </a:avLst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5" name="Rectangle 954">
              <a:extLst>
                <a:ext uri="{FF2B5EF4-FFF2-40B4-BE49-F238E27FC236}">
                  <a16:creationId xmlns:a16="http://schemas.microsoft.com/office/drawing/2014/main" id="{95687B44-38C4-DE9D-0B63-BED9B8C7C1AF}"/>
                </a:ext>
              </a:extLst>
            </p:cNvPr>
            <p:cNvSpPr/>
            <p:nvPr/>
          </p:nvSpPr>
          <p:spPr>
            <a:xfrm>
              <a:off x="7626984" y="4545150"/>
              <a:ext cx="914400" cy="187106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2" name="Rectangle 961">
              <a:extLst>
                <a:ext uri="{FF2B5EF4-FFF2-40B4-BE49-F238E27FC236}">
                  <a16:creationId xmlns:a16="http://schemas.microsoft.com/office/drawing/2014/main" id="{91D19211-001C-953A-8873-FCC458FDE051}"/>
                </a:ext>
              </a:extLst>
            </p:cNvPr>
            <p:cNvSpPr/>
            <p:nvPr/>
          </p:nvSpPr>
          <p:spPr>
            <a:xfrm>
              <a:off x="7083837" y="4314267"/>
              <a:ext cx="445016" cy="17911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3" name="Parallelogram 962">
              <a:extLst>
                <a:ext uri="{FF2B5EF4-FFF2-40B4-BE49-F238E27FC236}">
                  <a16:creationId xmlns:a16="http://schemas.microsoft.com/office/drawing/2014/main" id="{9B0F3103-067A-91C0-43F3-2F01472B474F}"/>
                </a:ext>
              </a:extLst>
            </p:cNvPr>
            <p:cNvSpPr/>
            <p:nvPr/>
          </p:nvSpPr>
          <p:spPr>
            <a:xfrm>
              <a:off x="6682086" y="4660235"/>
              <a:ext cx="274077" cy="388092"/>
            </a:xfrm>
            <a:prstGeom prst="parallelogram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4" name="Rectangle 963">
              <a:extLst>
                <a:ext uri="{FF2B5EF4-FFF2-40B4-BE49-F238E27FC236}">
                  <a16:creationId xmlns:a16="http://schemas.microsoft.com/office/drawing/2014/main" id="{532022B3-E7F1-74DA-0A8B-CE13FB07C921}"/>
                </a:ext>
              </a:extLst>
            </p:cNvPr>
            <p:cNvSpPr/>
            <p:nvPr/>
          </p:nvSpPr>
          <p:spPr>
            <a:xfrm rot="15706640">
              <a:off x="6968464" y="4673396"/>
              <a:ext cx="98900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5" name="Rectangle 964">
              <a:extLst>
                <a:ext uri="{FF2B5EF4-FFF2-40B4-BE49-F238E27FC236}">
                  <a16:creationId xmlns:a16="http://schemas.microsoft.com/office/drawing/2014/main" id="{5C977375-1C9D-49A0-CC9D-0C0B9AE81897}"/>
                </a:ext>
              </a:extLst>
            </p:cNvPr>
            <p:cNvSpPr/>
            <p:nvPr/>
          </p:nvSpPr>
          <p:spPr>
            <a:xfrm>
              <a:off x="6902723" y="4795540"/>
              <a:ext cx="328384" cy="5112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7" name="Rectangle 966">
              <a:extLst>
                <a:ext uri="{FF2B5EF4-FFF2-40B4-BE49-F238E27FC236}">
                  <a16:creationId xmlns:a16="http://schemas.microsoft.com/office/drawing/2014/main" id="{3BC44B77-5495-B605-73A0-91A453BD4B93}"/>
                </a:ext>
              </a:extLst>
            </p:cNvPr>
            <p:cNvSpPr/>
            <p:nvPr/>
          </p:nvSpPr>
          <p:spPr>
            <a:xfrm rot="18151708" flipV="1">
              <a:off x="7081878" y="4628408"/>
              <a:ext cx="434340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0" name="Group 969">
            <a:extLst>
              <a:ext uri="{FF2B5EF4-FFF2-40B4-BE49-F238E27FC236}">
                <a16:creationId xmlns:a16="http://schemas.microsoft.com/office/drawing/2014/main" id="{C89B7EB2-B9A4-26FD-5852-95EA12B49477}"/>
              </a:ext>
            </a:extLst>
          </p:cNvPr>
          <p:cNvGrpSpPr/>
          <p:nvPr/>
        </p:nvGrpSpPr>
        <p:grpSpPr>
          <a:xfrm rot="19494448">
            <a:off x="9633730" y="3589978"/>
            <a:ext cx="980527" cy="358991"/>
            <a:chOff x="4216425" y="4962730"/>
            <a:chExt cx="2471720" cy="935195"/>
          </a:xfrm>
        </p:grpSpPr>
        <p:sp>
          <p:nvSpPr>
            <p:cNvPr id="971" name="Rectangle: Rounded Corners 970">
              <a:extLst>
                <a:ext uri="{FF2B5EF4-FFF2-40B4-BE49-F238E27FC236}">
                  <a16:creationId xmlns:a16="http://schemas.microsoft.com/office/drawing/2014/main" id="{110EBBB2-A78D-21D2-D3FD-CD1EFE623E2E}"/>
                </a:ext>
              </a:extLst>
            </p:cNvPr>
            <p:cNvSpPr/>
            <p:nvPr/>
          </p:nvSpPr>
          <p:spPr>
            <a:xfrm rot="1191776">
              <a:off x="4764712" y="5496081"/>
              <a:ext cx="159474" cy="401844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2" name="Rectangle: Rounded Corners 971">
              <a:extLst>
                <a:ext uri="{FF2B5EF4-FFF2-40B4-BE49-F238E27FC236}">
                  <a16:creationId xmlns:a16="http://schemas.microsoft.com/office/drawing/2014/main" id="{2C1D9475-5C3B-1145-5F80-F3A9476BDF0D}"/>
                </a:ext>
              </a:extLst>
            </p:cNvPr>
            <p:cNvSpPr/>
            <p:nvPr/>
          </p:nvSpPr>
          <p:spPr>
            <a:xfrm>
              <a:off x="4852992" y="5176925"/>
              <a:ext cx="1573208" cy="192024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3" name="Rectangle: Rounded Corners 972">
              <a:extLst>
                <a:ext uri="{FF2B5EF4-FFF2-40B4-BE49-F238E27FC236}">
                  <a16:creationId xmlns:a16="http://schemas.microsoft.com/office/drawing/2014/main" id="{6408EA4D-D662-AA5F-2FD3-83DE7CD46993}"/>
                </a:ext>
              </a:extLst>
            </p:cNvPr>
            <p:cNvSpPr/>
            <p:nvPr/>
          </p:nvSpPr>
          <p:spPr>
            <a:xfrm rot="20817726">
              <a:off x="5356835" y="5273080"/>
              <a:ext cx="246823" cy="620136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4" name="Rectangle: Rounded Corners 973">
              <a:extLst>
                <a:ext uri="{FF2B5EF4-FFF2-40B4-BE49-F238E27FC236}">
                  <a16:creationId xmlns:a16="http://schemas.microsoft.com/office/drawing/2014/main" id="{E98AF23C-1F36-13B5-3F10-3329D9AE7F24}"/>
                </a:ext>
              </a:extLst>
            </p:cNvPr>
            <p:cNvSpPr/>
            <p:nvPr/>
          </p:nvSpPr>
          <p:spPr>
            <a:xfrm>
              <a:off x="4821485" y="5257359"/>
              <a:ext cx="723839" cy="288921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5" name="Trapezoid 974">
              <a:extLst>
                <a:ext uri="{FF2B5EF4-FFF2-40B4-BE49-F238E27FC236}">
                  <a16:creationId xmlns:a16="http://schemas.microsoft.com/office/drawing/2014/main" id="{73B44A1A-AF87-FD55-B93F-50EDC9726E6F}"/>
                </a:ext>
              </a:extLst>
            </p:cNvPr>
            <p:cNvSpPr/>
            <p:nvPr/>
          </p:nvSpPr>
          <p:spPr>
            <a:xfrm rot="16200000">
              <a:off x="4441969" y="5075396"/>
              <a:ext cx="337851" cy="547685"/>
            </a:xfrm>
            <a:prstGeom prst="trapezoid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6" name="Trapezoid 975">
              <a:extLst>
                <a:ext uri="{FF2B5EF4-FFF2-40B4-BE49-F238E27FC236}">
                  <a16:creationId xmlns:a16="http://schemas.microsoft.com/office/drawing/2014/main" id="{A8429C6F-EBC1-E71E-4420-0ACB648DEF07}"/>
                </a:ext>
              </a:extLst>
            </p:cNvPr>
            <p:cNvSpPr/>
            <p:nvPr/>
          </p:nvSpPr>
          <p:spPr>
            <a:xfrm rot="5400000">
              <a:off x="4159944" y="5236794"/>
              <a:ext cx="337851" cy="224890"/>
            </a:xfrm>
            <a:prstGeom prst="trapezoid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7" name="Rectangle 976">
              <a:extLst>
                <a:ext uri="{FF2B5EF4-FFF2-40B4-BE49-F238E27FC236}">
                  <a16:creationId xmlns:a16="http://schemas.microsoft.com/office/drawing/2014/main" id="{BA346075-9892-3D82-EB56-8F5FE50EF211}"/>
                </a:ext>
              </a:extLst>
            </p:cNvPr>
            <p:cNvSpPr/>
            <p:nvPr/>
          </p:nvSpPr>
          <p:spPr>
            <a:xfrm>
              <a:off x="6425162" y="5272937"/>
              <a:ext cx="262983" cy="5480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8" name="Rectangle: Rounded Corners 977">
              <a:extLst>
                <a:ext uri="{FF2B5EF4-FFF2-40B4-BE49-F238E27FC236}">
                  <a16:creationId xmlns:a16="http://schemas.microsoft.com/office/drawing/2014/main" id="{0962465F-26F4-5778-9356-DEEA84466182}"/>
                </a:ext>
              </a:extLst>
            </p:cNvPr>
            <p:cNvSpPr/>
            <p:nvPr/>
          </p:nvSpPr>
          <p:spPr>
            <a:xfrm>
              <a:off x="4905062" y="5072334"/>
              <a:ext cx="380362" cy="180898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9" name="Trapezoid 978">
              <a:extLst>
                <a:ext uri="{FF2B5EF4-FFF2-40B4-BE49-F238E27FC236}">
                  <a16:creationId xmlns:a16="http://schemas.microsoft.com/office/drawing/2014/main" id="{28DAEA3A-9D93-81CB-7D41-D44046040573}"/>
                </a:ext>
              </a:extLst>
            </p:cNvPr>
            <p:cNvSpPr/>
            <p:nvPr/>
          </p:nvSpPr>
          <p:spPr>
            <a:xfrm>
              <a:off x="4916244" y="4962730"/>
              <a:ext cx="221949" cy="224890"/>
            </a:xfrm>
            <a:prstGeom prst="trapezoid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0" name="Rectangle 979">
              <a:extLst>
                <a:ext uri="{FF2B5EF4-FFF2-40B4-BE49-F238E27FC236}">
                  <a16:creationId xmlns:a16="http://schemas.microsoft.com/office/drawing/2014/main" id="{B79981B7-36E4-47EE-FD5B-E399A73696DE}"/>
                </a:ext>
              </a:extLst>
            </p:cNvPr>
            <p:cNvSpPr/>
            <p:nvPr/>
          </p:nvSpPr>
          <p:spPr>
            <a:xfrm>
              <a:off x="4830377" y="5614777"/>
              <a:ext cx="262983" cy="5480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1" name="Rectangle 980">
              <a:extLst>
                <a:ext uri="{FF2B5EF4-FFF2-40B4-BE49-F238E27FC236}">
                  <a16:creationId xmlns:a16="http://schemas.microsoft.com/office/drawing/2014/main" id="{2711DD83-1F3F-FFA6-C99D-8CF84BFBE663}"/>
                </a:ext>
              </a:extLst>
            </p:cNvPr>
            <p:cNvSpPr/>
            <p:nvPr/>
          </p:nvSpPr>
          <p:spPr>
            <a:xfrm rot="7090903">
              <a:off x="5011156" y="5498916"/>
              <a:ext cx="262983" cy="5480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6" name="Group 1115">
            <a:extLst>
              <a:ext uri="{FF2B5EF4-FFF2-40B4-BE49-F238E27FC236}">
                <a16:creationId xmlns:a16="http://schemas.microsoft.com/office/drawing/2014/main" id="{17F24775-1A4E-1673-BA87-8DDBF86C2BFD}"/>
              </a:ext>
            </a:extLst>
          </p:cNvPr>
          <p:cNvGrpSpPr/>
          <p:nvPr/>
        </p:nvGrpSpPr>
        <p:grpSpPr>
          <a:xfrm>
            <a:off x="2283754" y="3379098"/>
            <a:ext cx="842985" cy="1556182"/>
            <a:chOff x="1698314" y="3287876"/>
            <a:chExt cx="842985" cy="155618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5FB1546-D569-1E8D-C9AC-943D6609EEF3}"/>
                </a:ext>
              </a:extLst>
            </p:cNvPr>
            <p:cNvSpPr/>
            <p:nvPr/>
          </p:nvSpPr>
          <p:spPr>
            <a:xfrm rot="1741657">
              <a:off x="1706129" y="4309134"/>
              <a:ext cx="835170" cy="5349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B5F4EA8-D7AE-0699-E194-387CE5AB6AFA}"/>
                </a:ext>
              </a:extLst>
            </p:cNvPr>
            <p:cNvSpPr/>
            <p:nvPr/>
          </p:nvSpPr>
          <p:spPr>
            <a:xfrm rot="15977337">
              <a:off x="1561808" y="4176304"/>
              <a:ext cx="503865" cy="2308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7" name="Group 1076">
              <a:extLst>
                <a:ext uri="{FF2B5EF4-FFF2-40B4-BE49-F238E27FC236}">
                  <a16:creationId xmlns:a16="http://schemas.microsoft.com/office/drawing/2014/main" id="{8D148426-1F70-A8FD-EDE0-DEBA0A8FB880}"/>
                </a:ext>
              </a:extLst>
            </p:cNvPr>
            <p:cNvGrpSpPr/>
            <p:nvPr/>
          </p:nvGrpSpPr>
          <p:grpSpPr>
            <a:xfrm>
              <a:off x="1708429" y="3734851"/>
              <a:ext cx="621249" cy="385296"/>
              <a:chOff x="1671835" y="3715465"/>
              <a:chExt cx="621249" cy="385296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7844ED7-4CFB-386D-C5F7-289C7B973445}"/>
                  </a:ext>
                </a:extLst>
              </p:cNvPr>
              <p:cNvSpPr/>
              <p:nvPr/>
            </p:nvSpPr>
            <p:spPr>
              <a:xfrm rot="3242456">
                <a:off x="2122630" y="3708459"/>
                <a:ext cx="163447" cy="177460"/>
              </a:xfrm>
              <a:prstGeom prst="roundRect">
                <a:avLst/>
              </a:prstGeom>
              <a:solidFill>
                <a:srgbClr val="D8CA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BF3B36C-9022-25FE-36B8-843B386FC0AC}"/>
                  </a:ext>
                </a:extLst>
              </p:cNvPr>
              <p:cNvSpPr/>
              <p:nvPr/>
            </p:nvSpPr>
            <p:spPr>
              <a:xfrm rot="19564035">
                <a:off x="1671835" y="3869907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E58B19B-598C-7170-1180-FA3BB841441D}"/>
                </a:ext>
              </a:extLst>
            </p:cNvPr>
            <p:cNvSpPr/>
            <p:nvPr/>
          </p:nvSpPr>
          <p:spPr>
            <a:xfrm rot="16200000">
              <a:off x="2142962" y="4277672"/>
              <a:ext cx="503865" cy="2308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8" name="Group 1077">
              <a:extLst>
                <a:ext uri="{FF2B5EF4-FFF2-40B4-BE49-F238E27FC236}">
                  <a16:creationId xmlns:a16="http://schemas.microsoft.com/office/drawing/2014/main" id="{FEB51EE2-2D9A-B22E-03E7-FA28ABA93B6F}"/>
                </a:ext>
              </a:extLst>
            </p:cNvPr>
            <p:cNvGrpSpPr/>
            <p:nvPr/>
          </p:nvGrpSpPr>
          <p:grpSpPr>
            <a:xfrm>
              <a:off x="2230113" y="3582930"/>
              <a:ext cx="249655" cy="655541"/>
              <a:chOff x="2209696" y="3562733"/>
              <a:chExt cx="249655" cy="655541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0BE9DCA2-B07F-6F11-6294-463D62D2E249}"/>
                  </a:ext>
                </a:extLst>
              </p:cNvPr>
              <p:cNvSpPr/>
              <p:nvPr/>
            </p:nvSpPr>
            <p:spPr>
              <a:xfrm rot="20972941">
                <a:off x="2209696" y="3562733"/>
                <a:ext cx="163447" cy="177460"/>
              </a:xfrm>
              <a:prstGeom prst="roundRect">
                <a:avLst/>
              </a:prstGeom>
              <a:solidFill>
                <a:srgbClr val="D8CA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34FDA78-79A3-C032-53A0-12350314109C}"/>
                  </a:ext>
                </a:extLst>
              </p:cNvPr>
              <p:cNvSpPr/>
              <p:nvPr/>
            </p:nvSpPr>
            <p:spPr>
              <a:xfrm rot="15596045">
                <a:off x="2091991" y="3850915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759E2E8-F35B-54AA-64D9-359E5D9BAD61}"/>
                </a:ext>
              </a:extLst>
            </p:cNvPr>
            <p:cNvSpPr/>
            <p:nvPr/>
          </p:nvSpPr>
          <p:spPr>
            <a:xfrm>
              <a:off x="2257537" y="3287876"/>
              <a:ext cx="86868" cy="420439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93" name="Group 1092">
              <a:extLst>
                <a:ext uri="{FF2B5EF4-FFF2-40B4-BE49-F238E27FC236}">
                  <a16:creationId xmlns:a16="http://schemas.microsoft.com/office/drawing/2014/main" id="{F3C5FA05-1364-DE15-140D-4013C9467DBD}"/>
                </a:ext>
              </a:extLst>
            </p:cNvPr>
            <p:cNvGrpSpPr/>
            <p:nvPr/>
          </p:nvGrpSpPr>
          <p:grpSpPr>
            <a:xfrm>
              <a:off x="1908900" y="4216150"/>
              <a:ext cx="451964" cy="584931"/>
              <a:chOff x="7251192" y="1527336"/>
              <a:chExt cx="362707" cy="493490"/>
            </a:xfrm>
          </p:grpSpPr>
          <p:sp>
            <p:nvSpPr>
              <p:cNvPr id="1094" name="Rectangle: Rounded Corners 1093">
                <a:extLst>
                  <a:ext uri="{FF2B5EF4-FFF2-40B4-BE49-F238E27FC236}">
                    <a16:creationId xmlns:a16="http://schemas.microsoft.com/office/drawing/2014/main" id="{8DCE779B-1407-E77B-E63A-29D6FA133934}"/>
                  </a:ext>
                </a:extLst>
              </p:cNvPr>
              <p:cNvSpPr/>
              <p:nvPr/>
            </p:nvSpPr>
            <p:spPr>
              <a:xfrm>
                <a:off x="7286241" y="1527336"/>
                <a:ext cx="292608" cy="305864"/>
              </a:xfrm>
              <a:prstGeom prst="roundRect">
                <a:avLst>
                  <a:gd name="adj" fmla="val 4105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5" name="Oval 1094">
                <a:extLst>
                  <a:ext uri="{FF2B5EF4-FFF2-40B4-BE49-F238E27FC236}">
                    <a16:creationId xmlns:a16="http://schemas.microsoft.com/office/drawing/2014/main" id="{A49C274B-03CF-B8BD-BE19-31CE8EFCE7B5}"/>
                  </a:ext>
                </a:extLst>
              </p:cNvPr>
              <p:cNvSpPr/>
              <p:nvPr/>
            </p:nvSpPr>
            <p:spPr>
              <a:xfrm>
                <a:off x="7251192" y="1655065"/>
                <a:ext cx="362707" cy="365761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A2E2FB87-AE3E-EB15-09D3-0F47B6AB765C}"/>
              </a:ext>
            </a:extLst>
          </p:cNvPr>
          <p:cNvGrpSpPr/>
          <p:nvPr/>
        </p:nvGrpSpPr>
        <p:grpSpPr>
          <a:xfrm rot="2183292">
            <a:off x="3552983" y="3424383"/>
            <a:ext cx="1042622" cy="1529985"/>
            <a:chOff x="3552983" y="3424383"/>
            <a:chExt cx="1042622" cy="1529985"/>
          </a:xfrm>
        </p:grpSpPr>
        <p:sp>
          <p:nvSpPr>
            <p:cNvPr id="1080" name="Rectangle: Rounded Corners 1079">
              <a:extLst>
                <a:ext uri="{FF2B5EF4-FFF2-40B4-BE49-F238E27FC236}">
                  <a16:creationId xmlns:a16="http://schemas.microsoft.com/office/drawing/2014/main" id="{EF3EB9C0-89D0-C37E-7CFF-32C469DDE2DE}"/>
                </a:ext>
              </a:extLst>
            </p:cNvPr>
            <p:cNvSpPr/>
            <p:nvPr/>
          </p:nvSpPr>
          <p:spPr>
            <a:xfrm rot="1741657">
              <a:off x="3697279" y="4391930"/>
              <a:ext cx="835170" cy="5349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1" name="Rectangle: Rounded Corners 1080">
              <a:extLst>
                <a:ext uri="{FF2B5EF4-FFF2-40B4-BE49-F238E27FC236}">
                  <a16:creationId xmlns:a16="http://schemas.microsoft.com/office/drawing/2014/main" id="{E5355C9C-6C56-F919-C2F0-9C3AA015F276}"/>
                </a:ext>
              </a:extLst>
            </p:cNvPr>
            <p:cNvSpPr/>
            <p:nvPr/>
          </p:nvSpPr>
          <p:spPr>
            <a:xfrm rot="15072345">
              <a:off x="3534082" y="4365106"/>
              <a:ext cx="503865" cy="2308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82" name="Group 1081">
              <a:extLst>
                <a:ext uri="{FF2B5EF4-FFF2-40B4-BE49-F238E27FC236}">
                  <a16:creationId xmlns:a16="http://schemas.microsoft.com/office/drawing/2014/main" id="{C0166A83-A449-6D72-3D39-78D0AF0FD84A}"/>
                </a:ext>
              </a:extLst>
            </p:cNvPr>
            <p:cNvGrpSpPr/>
            <p:nvPr/>
          </p:nvGrpSpPr>
          <p:grpSpPr>
            <a:xfrm rot="18816131">
              <a:off x="3435006" y="3812072"/>
              <a:ext cx="621249" cy="385296"/>
              <a:chOff x="1671835" y="3715465"/>
              <a:chExt cx="621249" cy="385296"/>
            </a:xfrm>
          </p:grpSpPr>
          <p:sp>
            <p:nvSpPr>
              <p:cNvPr id="1083" name="Rectangle: Rounded Corners 1082">
                <a:extLst>
                  <a:ext uri="{FF2B5EF4-FFF2-40B4-BE49-F238E27FC236}">
                    <a16:creationId xmlns:a16="http://schemas.microsoft.com/office/drawing/2014/main" id="{3E2B3A8B-AE72-5108-B541-76C06BAC0E9F}"/>
                  </a:ext>
                </a:extLst>
              </p:cNvPr>
              <p:cNvSpPr/>
              <p:nvPr/>
            </p:nvSpPr>
            <p:spPr>
              <a:xfrm rot="3242456">
                <a:off x="2122630" y="3708459"/>
                <a:ext cx="163447" cy="177460"/>
              </a:xfrm>
              <a:prstGeom prst="roundRect">
                <a:avLst/>
              </a:prstGeom>
              <a:solidFill>
                <a:srgbClr val="D8CA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4" name="Rectangle: Rounded Corners 1083">
                <a:extLst>
                  <a:ext uri="{FF2B5EF4-FFF2-40B4-BE49-F238E27FC236}">
                    <a16:creationId xmlns:a16="http://schemas.microsoft.com/office/drawing/2014/main" id="{7C7832F7-F34E-0553-419F-A4C0DFEB712F}"/>
                  </a:ext>
                </a:extLst>
              </p:cNvPr>
              <p:cNvSpPr/>
              <p:nvPr/>
            </p:nvSpPr>
            <p:spPr>
              <a:xfrm rot="19564035">
                <a:off x="1671835" y="3869907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85" name="Rectangle: Rounded Corners 1084">
              <a:extLst>
                <a:ext uri="{FF2B5EF4-FFF2-40B4-BE49-F238E27FC236}">
                  <a16:creationId xmlns:a16="http://schemas.microsoft.com/office/drawing/2014/main" id="{C1E8D133-C472-8F9B-3A19-21679730DC09}"/>
                </a:ext>
              </a:extLst>
            </p:cNvPr>
            <p:cNvSpPr/>
            <p:nvPr/>
          </p:nvSpPr>
          <p:spPr>
            <a:xfrm rot="18612818">
              <a:off x="4228245" y="4587009"/>
              <a:ext cx="503865" cy="2308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86" name="Group 1085">
              <a:extLst>
                <a:ext uri="{FF2B5EF4-FFF2-40B4-BE49-F238E27FC236}">
                  <a16:creationId xmlns:a16="http://schemas.microsoft.com/office/drawing/2014/main" id="{6E78695C-82E4-1663-CAC1-32F7805063E7}"/>
                </a:ext>
              </a:extLst>
            </p:cNvPr>
            <p:cNvGrpSpPr/>
            <p:nvPr/>
          </p:nvGrpSpPr>
          <p:grpSpPr>
            <a:xfrm rot="19162635">
              <a:off x="4342882" y="4061641"/>
              <a:ext cx="249655" cy="655541"/>
              <a:chOff x="2209696" y="3562733"/>
              <a:chExt cx="249655" cy="655541"/>
            </a:xfrm>
          </p:grpSpPr>
          <p:sp>
            <p:nvSpPr>
              <p:cNvPr id="1087" name="Rectangle: Rounded Corners 1086">
                <a:extLst>
                  <a:ext uri="{FF2B5EF4-FFF2-40B4-BE49-F238E27FC236}">
                    <a16:creationId xmlns:a16="http://schemas.microsoft.com/office/drawing/2014/main" id="{2E0589F3-789A-BE1A-34F7-4EAFB307D549}"/>
                  </a:ext>
                </a:extLst>
              </p:cNvPr>
              <p:cNvSpPr/>
              <p:nvPr/>
            </p:nvSpPr>
            <p:spPr>
              <a:xfrm rot="20972941">
                <a:off x="2209696" y="3562733"/>
                <a:ext cx="163447" cy="177460"/>
              </a:xfrm>
              <a:prstGeom prst="roundRect">
                <a:avLst/>
              </a:prstGeom>
              <a:solidFill>
                <a:srgbClr val="D8CA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8" name="Rectangle: Rounded Corners 1087">
                <a:extLst>
                  <a:ext uri="{FF2B5EF4-FFF2-40B4-BE49-F238E27FC236}">
                    <a16:creationId xmlns:a16="http://schemas.microsoft.com/office/drawing/2014/main" id="{BDE51B66-31D5-6BFB-AFC7-F9E1FD7E42BD}"/>
                  </a:ext>
                </a:extLst>
              </p:cNvPr>
              <p:cNvSpPr/>
              <p:nvPr/>
            </p:nvSpPr>
            <p:spPr>
              <a:xfrm rot="15596045">
                <a:off x="2091991" y="3850915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89" name="Rectangle: Rounded Corners 1088">
              <a:extLst>
                <a:ext uri="{FF2B5EF4-FFF2-40B4-BE49-F238E27FC236}">
                  <a16:creationId xmlns:a16="http://schemas.microsoft.com/office/drawing/2014/main" id="{695E8089-1257-E467-774D-165DCD1CD3FA}"/>
                </a:ext>
              </a:extLst>
            </p:cNvPr>
            <p:cNvSpPr/>
            <p:nvPr/>
          </p:nvSpPr>
          <p:spPr>
            <a:xfrm rot="19450722">
              <a:off x="4030996" y="3424383"/>
              <a:ext cx="71386" cy="1268344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96" name="Group 1095">
              <a:extLst>
                <a:ext uri="{FF2B5EF4-FFF2-40B4-BE49-F238E27FC236}">
                  <a16:creationId xmlns:a16="http://schemas.microsoft.com/office/drawing/2014/main" id="{70FB5ED1-B90C-946E-E0B1-F3CC72F6DD93}"/>
                </a:ext>
              </a:extLst>
            </p:cNvPr>
            <p:cNvGrpSpPr/>
            <p:nvPr/>
          </p:nvGrpSpPr>
          <p:grpSpPr>
            <a:xfrm rot="19714953">
              <a:off x="3929141" y="4226159"/>
              <a:ext cx="451964" cy="584931"/>
              <a:chOff x="7251192" y="1527336"/>
              <a:chExt cx="362707" cy="493490"/>
            </a:xfrm>
          </p:grpSpPr>
          <p:sp>
            <p:nvSpPr>
              <p:cNvPr id="1097" name="Rectangle: Rounded Corners 1096">
                <a:extLst>
                  <a:ext uri="{FF2B5EF4-FFF2-40B4-BE49-F238E27FC236}">
                    <a16:creationId xmlns:a16="http://schemas.microsoft.com/office/drawing/2014/main" id="{39193A39-85D1-ED42-1DE9-30FC06D940A0}"/>
                  </a:ext>
                </a:extLst>
              </p:cNvPr>
              <p:cNvSpPr/>
              <p:nvPr/>
            </p:nvSpPr>
            <p:spPr>
              <a:xfrm>
                <a:off x="7286241" y="1527336"/>
                <a:ext cx="292608" cy="305864"/>
              </a:xfrm>
              <a:prstGeom prst="roundRect">
                <a:avLst>
                  <a:gd name="adj" fmla="val 4105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8" name="Oval 1097">
                <a:extLst>
                  <a:ext uri="{FF2B5EF4-FFF2-40B4-BE49-F238E27FC236}">
                    <a16:creationId xmlns:a16="http://schemas.microsoft.com/office/drawing/2014/main" id="{3E558F0E-3C0A-66FC-3990-E35CC4F0280F}"/>
                  </a:ext>
                </a:extLst>
              </p:cNvPr>
              <p:cNvSpPr/>
              <p:nvPr/>
            </p:nvSpPr>
            <p:spPr>
              <a:xfrm>
                <a:off x="7251192" y="1655065"/>
                <a:ext cx="362707" cy="365761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1DAB3D3E-B519-53F9-4CCC-7BF1E2FB8FA1}"/>
              </a:ext>
            </a:extLst>
          </p:cNvPr>
          <p:cNvGrpSpPr/>
          <p:nvPr/>
        </p:nvGrpSpPr>
        <p:grpSpPr>
          <a:xfrm rot="2147076">
            <a:off x="4894631" y="3229829"/>
            <a:ext cx="1042622" cy="1788496"/>
            <a:chOff x="6101276" y="3116976"/>
            <a:chExt cx="1042622" cy="1788496"/>
          </a:xfrm>
        </p:grpSpPr>
        <p:sp>
          <p:nvSpPr>
            <p:cNvPr id="1099" name="Rectangle: Rounded Corners 1098">
              <a:extLst>
                <a:ext uri="{FF2B5EF4-FFF2-40B4-BE49-F238E27FC236}">
                  <a16:creationId xmlns:a16="http://schemas.microsoft.com/office/drawing/2014/main" id="{E5F0E0D1-A4E6-31FF-3C88-0D214EA8170B}"/>
                </a:ext>
              </a:extLst>
            </p:cNvPr>
            <p:cNvSpPr/>
            <p:nvPr/>
          </p:nvSpPr>
          <p:spPr>
            <a:xfrm rot="1741657">
              <a:off x="6245572" y="4343034"/>
              <a:ext cx="835170" cy="5349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0" name="Rectangle: Rounded Corners 1099">
              <a:extLst>
                <a:ext uri="{FF2B5EF4-FFF2-40B4-BE49-F238E27FC236}">
                  <a16:creationId xmlns:a16="http://schemas.microsoft.com/office/drawing/2014/main" id="{AC35A50C-0491-3271-12B7-BC9CC4461051}"/>
                </a:ext>
              </a:extLst>
            </p:cNvPr>
            <p:cNvSpPr/>
            <p:nvPr/>
          </p:nvSpPr>
          <p:spPr>
            <a:xfrm rot="15072345">
              <a:off x="6082375" y="4316210"/>
              <a:ext cx="503865" cy="2308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1" name="Group 1100">
              <a:extLst>
                <a:ext uri="{FF2B5EF4-FFF2-40B4-BE49-F238E27FC236}">
                  <a16:creationId xmlns:a16="http://schemas.microsoft.com/office/drawing/2014/main" id="{B5538C6D-B6EB-C515-677E-C36C90A16537}"/>
                </a:ext>
              </a:extLst>
            </p:cNvPr>
            <p:cNvGrpSpPr/>
            <p:nvPr/>
          </p:nvGrpSpPr>
          <p:grpSpPr>
            <a:xfrm rot="18816131">
              <a:off x="5983299" y="3763176"/>
              <a:ext cx="621249" cy="385296"/>
              <a:chOff x="1671835" y="3715465"/>
              <a:chExt cx="621249" cy="385296"/>
            </a:xfrm>
          </p:grpSpPr>
          <p:sp>
            <p:nvSpPr>
              <p:cNvPr id="1102" name="Rectangle: Rounded Corners 1101">
                <a:extLst>
                  <a:ext uri="{FF2B5EF4-FFF2-40B4-BE49-F238E27FC236}">
                    <a16:creationId xmlns:a16="http://schemas.microsoft.com/office/drawing/2014/main" id="{50E575E5-EFBE-B3ED-02D8-A1FD4351F39F}"/>
                  </a:ext>
                </a:extLst>
              </p:cNvPr>
              <p:cNvSpPr/>
              <p:nvPr/>
            </p:nvSpPr>
            <p:spPr>
              <a:xfrm rot="3242456">
                <a:off x="2122630" y="3708459"/>
                <a:ext cx="163447" cy="177460"/>
              </a:xfrm>
              <a:prstGeom prst="roundRect">
                <a:avLst/>
              </a:prstGeom>
              <a:solidFill>
                <a:srgbClr val="D8CA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3" name="Rectangle: Rounded Corners 1102">
                <a:extLst>
                  <a:ext uri="{FF2B5EF4-FFF2-40B4-BE49-F238E27FC236}">
                    <a16:creationId xmlns:a16="http://schemas.microsoft.com/office/drawing/2014/main" id="{5EF03622-B490-3708-8FAB-8751B94E3B35}"/>
                  </a:ext>
                </a:extLst>
              </p:cNvPr>
              <p:cNvSpPr/>
              <p:nvPr/>
            </p:nvSpPr>
            <p:spPr>
              <a:xfrm rot="19564035">
                <a:off x="1671835" y="3869907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04" name="Rectangle: Rounded Corners 1103">
              <a:extLst>
                <a:ext uri="{FF2B5EF4-FFF2-40B4-BE49-F238E27FC236}">
                  <a16:creationId xmlns:a16="http://schemas.microsoft.com/office/drawing/2014/main" id="{EEA1CE94-49E2-24BA-1C6D-A58E7038C567}"/>
                </a:ext>
              </a:extLst>
            </p:cNvPr>
            <p:cNvSpPr/>
            <p:nvPr/>
          </p:nvSpPr>
          <p:spPr>
            <a:xfrm rot="18612818">
              <a:off x="6776538" y="4538113"/>
              <a:ext cx="503865" cy="2308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5" name="Group 1104">
              <a:extLst>
                <a:ext uri="{FF2B5EF4-FFF2-40B4-BE49-F238E27FC236}">
                  <a16:creationId xmlns:a16="http://schemas.microsoft.com/office/drawing/2014/main" id="{C8E3FEA1-4CAF-2A0D-A6E1-E6AE65EAE969}"/>
                </a:ext>
              </a:extLst>
            </p:cNvPr>
            <p:cNvGrpSpPr/>
            <p:nvPr/>
          </p:nvGrpSpPr>
          <p:grpSpPr>
            <a:xfrm rot="19162635">
              <a:off x="6891175" y="4012745"/>
              <a:ext cx="249655" cy="655541"/>
              <a:chOff x="2209696" y="3562733"/>
              <a:chExt cx="249655" cy="655541"/>
            </a:xfrm>
          </p:grpSpPr>
          <p:sp>
            <p:nvSpPr>
              <p:cNvPr id="1106" name="Rectangle: Rounded Corners 1105">
                <a:extLst>
                  <a:ext uri="{FF2B5EF4-FFF2-40B4-BE49-F238E27FC236}">
                    <a16:creationId xmlns:a16="http://schemas.microsoft.com/office/drawing/2014/main" id="{71F1470A-5F10-998C-F7C7-DD76EB171804}"/>
                  </a:ext>
                </a:extLst>
              </p:cNvPr>
              <p:cNvSpPr/>
              <p:nvPr/>
            </p:nvSpPr>
            <p:spPr>
              <a:xfrm rot="20972941">
                <a:off x="2209696" y="3562733"/>
                <a:ext cx="163447" cy="177460"/>
              </a:xfrm>
              <a:prstGeom prst="roundRect">
                <a:avLst/>
              </a:prstGeom>
              <a:solidFill>
                <a:srgbClr val="D8CA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7" name="Rectangle: Rounded Corners 1106">
                <a:extLst>
                  <a:ext uri="{FF2B5EF4-FFF2-40B4-BE49-F238E27FC236}">
                    <a16:creationId xmlns:a16="http://schemas.microsoft.com/office/drawing/2014/main" id="{5FFD5D47-1D68-DF13-3EB6-88625FCF9F4E}"/>
                  </a:ext>
                </a:extLst>
              </p:cNvPr>
              <p:cNvSpPr/>
              <p:nvPr/>
            </p:nvSpPr>
            <p:spPr>
              <a:xfrm rot="15596045">
                <a:off x="2091991" y="3850915"/>
                <a:ext cx="503865" cy="23085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12" name="Rectangle: Rounded Corners 1111">
              <a:extLst>
                <a:ext uri="{FF2B5EF4-FFF2-40B4-BE49-F238E27FC236}">
                  <a16:creationId xmlns:a16="http://schemas.microsoft.com/office/drawing/2014/main" id="{43692AD9-9D17-4D11-52BB-CED52C1D1411}"/>
                </a:ext>
              </a:extLst>
            </p:cNvPr>
            <p:cNvSpPr/>
            <p:nvPr/>
          </p:nvSpPr>
          <p:spPr>
            <a:xfrm rot="19450722">
              <a:off x="6847747" y="4168339"/>
              <a:ext cx="96514" cy="446553"/>
            </a:xfrm>
            <a:prstGeom prst="round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3" name="Rectangle: Rounded Corners 1112">
              <a:extLst>
                <a:ext uri="{FF2B5EF4-FFF2-40B4-BE49-F238E27FC236}">
                  <a16:creationId xmlns:a16="http://schemas.microsoft.com/office/drawing/2014/main" id="{0F68EAC9-9EDF-6ADA-8AF7-5AC3C9270EE3}"/>
                </a:ext>
              </a:extLst>
            </p:cNvPr>
            <p:cNvSpPr/>
            <p:nvPr/>
          </p:nvSpPr>
          <p:spPr>
            <a:xfrm rot="19450722">
              <a:off x="6342217" y="3517235"/>
              <a:ext cx="165191" cy="446553"/>
            </a:xfrm>
            <a:prstGeom prst="round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8" name="Rectangle: Rounded Corners 1107">
              <a:extLst>
                <a:ext uri="{FF2B5EF4-FFF2-40B4-BE49-F238E27FC236}">
                  <a16:creationId xmlns:a16="http://schemas.microsoft.com/office/drawing/2014/main" id="{A072E6D4-7149-8571-8755-FB1767EBD524}"/>
                </a:ext>
              </a:extLst>
            </p:cNvPr>
            <p:cNvSpPr/>
            <p:nvPr/>
          </p:nvSpPr>
          <p:spPr>
            <a:xfrm rot="19450722">
              <a:off x="6391245" y="3116976"/>
              <a:ext cx="81483" cy="1261056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C2E908DF-E649-53B7-1008-E6C36C29D1F7}"/>
                </a:ext>
              </a:extLst>
            </p:cNvPr>
            <p:cNvGrpSpPr/>
            <p:nvPr/>
          </p:nvGrpSpPr>
          <p:grpSpPr>
            <a:xfrm rot="19714953">
              <a:off x="6451855" y="4188067"/>
              <a:ext cx="451964" cy="584931"/>
              <a:chOff x="7251192" y="1527336"/>
              <a:chExt cx="362707" cy="493490"/>
            </a:xfrm>
          </p:grpSpPr>
          <p:sp>
            <p:nvSpPr>
              <p:cNvPr id="1110" name="Rectangle: Rounded Corners 1109">
                <a:extLst>
                  <a:ext uri="{FF2B5EF4-FFF2-40B4-BE49-F238E27FC236}">
                    <a16:creationId xmlns:a16="http://schemas.microsoft.com/office/drawing/2014/main" id="{EB8E8D3E-DC9E-50BB-A007-C30338AF783E}"/>
                  </a:ext>
                </a:extLst>
              </p:cNvPr>
              <p:cNvSpPr/>
              <p:nvPr/>
            </p:nvSpPr>
            <p:spPr>
              <a:xfrm>
                <a:off x="7286241" y="1527336"/>
                <a:ext cx="292608" cy="305864"/>
              </a:xfrm>
              <a:prstGeom prst="roundRect">
                <a:avLst>
                  <a:gd name="adj" fmla="val 4105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1" name="Oval 1110">
                <a:extLst>
                  <a:ext uri="{FF2B5EF4-FFF2-40B4-BE49-F238E27FC236}">
                    <a16:creationId xmlns:a16="http://schemas.microsoft.com/office/drawing/2014/main" id="{3561F361-3A0F-1882-2EAB-0803BC15DD2E}"/>
                  </a:ext>
                </a:extLst>
              </p:cNvPr>
              <p:cNvSpPr/>
              <p:nvPr/>
            </p:nvSpPr>
            <p:spPr>
              <a:xfrm>
                <a:off x="7251192" y="1655065"/>
                <a:ext cx="362707" cy="365761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453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F7301A02-24DA-B349-53C3-E74A9F6A2775}"/>
              </a:ext>
            </a:extLst>
          </p:cNvPr>
          <p:cNvSpPr/>
          <p:nvPr/>
        </p:nvSpPr>
        <p:spPr>
          <a:xfrm>
            <a:off x="809785" y="713710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435B5CD-4AB2-70D7-DBBB-9FE589B61BB5}"/>
              </a:ext>
            </a:extLst>
          </p:cNvPr>
          <p:cNvSpPr/>
          <p:nvPr/>
        </p:nvSpPr>
        <p:spPr>
          <a:xfrm>
            <a:off x="2260376" y="738557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508C4B1-8793-0F04-888D-9C053B635F93}"/>
              </a:ext>
            </a:extLst>
          </p:cNvPr>
          <p:cNvSpPr/>
          <p:nvPr/>
        </p:nvSpPr>
        <p:spPr>
          <a:xfrm>
            <a:off x="826579" y="2073118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B7E7B33-EDE8-E4AB-393F-4AEC82600633}"/>
              </a:ext>
            </a:extLst>
          </p:cNvPr>
          <p:cNvSpPr/>
          <p:nvPr/>
        </p:nvSpPr>
        <p:spPr>
          <a:xfrm>
            <a:off x="2269919" y="2065388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87F56F5-CC48-893A-9884-82AE1C49ECDC}"/>
              </a:ext>
            </a:extLst>
          </p:cNvPr>
          <p:cNvSpPr/>
          <p:nvPr/>
        </p:nvSpPr>
        <p:spPr>
          <a:xfrm>
            <a:off x="3714151" y="2092154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A9ED09-9FB5-8E59-54A7-1ACA9524AAFA}"/>
              </a:ext>
            </a:extLst>
          </p:cNvPr>
          <p:cNvSpPr/>
          <p:nvPr/>
        </p:nvSpPr>
        <p:spPr>
          <a:xfrm rot="956887">
            <a:off x="969206" y="745453"/>
            <a:ext cx="118398" cy="184983"/>
          </a:xfrm>
          <a:prstGeom prst="roundRect">
            <a:avLst/>
          </a:prstGeom>
          <a:solidFill>
            <a:srgbClr val="8A5842"/>
          </a:solidFill>
          <a:ln>
            <a:solidFill>
              <a:srgbClr val="8A58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C98AE2-8E7E-EAFC-B48E-96BF75A1DD65}"/>
              </a:ext>
            </a:extLst>
          </p:cNvPr>
          <p:cNvSpPr/>
          <p:nvPr/>
        </p:nvSpPr>
        <p:spPr>
          <a:xfrm rot="20588751">
            <a:off x="1477305" y="791322"/>
            <a:ext cx="118398" cy="184983"/>
          </a:xfrm>
          <a:prstGeom prst="roundRect">
            <a:avLst/>
          </a:prstGeom>
          <a:solidFill>
            <a:srgbClr val="8A5842"/>
          </a:solidFill>
          <a:ln>
            <a:solidFill>
              <a:srgbClr val="8A58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083433D-B1BF-F0C5-CDC0-3A2E762BB5A3}"/>
              </a:ext>
            </a:extLst>
          </p:cNvPr>
          <p:cNvSpPr/>
          <p:nvPr/>
        </p:nvSpPr>
        <p:spPr>
          <a:xfrm rot="956887">
            <a:off x="2424822" y="745453"/>
            <a:ext cx="118398" cy="184983"/>
          </a:xfrm>
          <a:prstGeom prst="roundRect">
            <a:avLst/>
          </a:prstGeom>
          <a:solidFill>
            <a:srgbClr val="D8CAD0"/>
          </a:solidFill>
          <a:ln>
            <a:solidFill>
              <a:srgbClr val="D8CA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10A4674-DD65-8875-746F-7DE302782985}"/>
              </a:ext>
            </a:extLst>
          </p:cNvPr>
          <p:cNvSpPr/>
          <p:nvPr/>
        </p:nvSpPr>
        <p:spPr>
          <a:xfrm rot="20588751">
            <a:off x="2932921" y="791322"/>
            <a:ext cx="118398" cy="184983"/>
          </a:xfrm>
          <a:prstGeom prst="roundRect">
            <a:avLst/>
          </a:prstGeom>
          <a:solidFill>
            <a:srgbClr val="D8CAD0"/>
          </a:solidFill>
          <a:ln>
            <a:solidFill>
              <a:srgbClr val="D8CA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5A1B3AC7-AFD4-B261-7138-CD74DC3D9E3D}"/>
              </a:ext>
            </a:extLst>
          </p:cNvPr>
          <p:cNvSpPr/>
          <p:nvPr/>
        </p:nvSpPr>
        <p:spPr>
          <a:xfrm>
            <a:off x="1112531" y="2651024"/>
            <a:ext cx="374596" cy="370959"/>
          </a:xfrm>
          <a:prstGeom prst="flowChartConnector">
            <a:avLst/>
          </a:prstGeom>
          <a:solidFill>
            <a:srgbClr val="FFC000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01C9A53B-4C69-68C1-C72C-3789DFD66505}"/>
              </a:ext>
            </a:extLst>
          </p:cNvPr>
          <p:cNvSpPr/>
          <p:nvPr/>
        </p:nvSpPr>
        <p:spPr>
          <a:xfrm>
            <a:off x="2568147" y="2651024"/>
            <a:ext cx="374596" cy="370959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BF158EE4-27A6-10ED-85E0-0096470DCE86}"/>
              </a:ext>
            </a:extLst>
          </p:cNvPr>
          <p:cNvSpPr/>
          <p:nvPr/>
        </p:nvSpPr>
        <p:spPr>
          <a:xfrm>
            <a:off x="4012379" y="2658754"/>
            <a:ext cx="374596" cy="370959"/>
          </a:xfrm>
          <a:prstGeom prst="flowChartConnector">
            <a:avLst/>
          </a:prstGeom>
          <a:solidFill>
            <a:srgbClr val="CC6600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423162-F557-80E9-11F6-D8BB76F13D2F}"/>
              </a:ext>
            </a:extLst>
          </p:cNvPr>
          <p:cNvSpPr/>
          <p:nvPr/>
        </p:nvSpPr>
        <p:spPr>
          <a:xfrm>
            <a:off x="5157342" y="2078928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49162F0E-B6DF-3FE6-BA9D-CB1738967888}"/>
              </a:ext>
            </a:extLst>
          </p:cNvPr>
          <p:cNvSpPr/>
          <p:nvPr/>
        </p:nvSpPr>
        <p:spPr>
          <a:xfrm>
            <a:off x="5451350" y="2631987"/>
            <a:ext cx="374596" cy="370959"/>
          </a:xfrm>
          <a:prstGeom prst="flowChartConnector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92407EF-9299-62AE-08F1-7C9163B8DA81}"/>
              </a:ext>
            </a:extLst>
          </p:cNvPr>
          <p:cNvSpPr/>
          <p:nvPr/>
        </p:nvSpPr>
        <p:spPr>
          <a:xfrm>
            <a:off x="826579" y="3464116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724D63A-5DCB-FD83-8B14-00C8625B8008}"/>
              </a:ext>
            </a:extLst>
          </p:cNvPr>
          <p:cNvSpPr/>
          <p:nvPr/>
        </p:nvSpPr>
        <p:spPr>
          <a:xfrm>
            <a:off x="2269919" y="3456386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466BFBE-504D-00D3-4414-1368CB198471}"/>
              </a:ext>
            </a:extLst>
          </p:cNvPr>
          <p:cNvSpPr/>
          <p:nvPr/>
        </p:nvSpPr>
        <p:spPr>
          <a:xfrm>
            <a:off x="3714151" y="3483152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A5A5064B-D9C3-6DC3-54B5-62507125DFF5}"/>
              </a:ext>
            </a:extLst>
          </p:cNvPr>
          <p:cNvSpPr/>
          <p:nvPr/>
        </p:nvSpPr>
        <p:spPr>
          <a:xfrm>
            <a:off x="913614" y="3979200"/>
            <a:ext cx="772431" cy="496605"/>
          </a:xfrm>
          <a:prstGeom prst="roundRect">
            <a:avLst>
              <a:gd name="adj" fmla="val 50000"/>
            </a:avLst>
          </a:prstGeom>
          <a:solidFill>
            <a:srgbClr val="0033CC"/>
          </a:solidFill>
          <a:ln>
            <a:solidFill>
              <a:srgbClr val="0033C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47726F4-8A3C-FBB1-3B37-23A9B7DFA47D}"/>
              </a:ext>
            </a:extLst>
          </p:cNvPr>
          <p:cNvSpPr/>
          <p:nvPr/>
        </p:nvSpPr>
        <p:spPr>
          <a:xfrm rot="956887">
            <a:off x="1516214" y="3990167"/>
            <a:ext cx="173736" cy="384048"/>
          </a:xfrm>
          <a:prstGeom prst="roundRect">
            <a:avLst/>
          </a:prstGeom>
          <a:solidFill>
            <a:srgbClr val="0033CC"/>
          </a:solidFill>
          <a:ln>
            <a:solidFill>
              <a:srgbClr val="0033CC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6EB2FFC0-2ED7-BF71-FF5A-1FCDE29DD63A}"/>
              </a:ext>
            </a:extLst>
          </p:cNvPr>
          <p:cNvSpPr/>
          <p:nvPr/>
        </p:nvSpPr>
        <p:spPr>
          <a:xfrm rot="20651986">
            <a:off x="1536130" y="3688127"/>
            <a:ext cx="173736" cy="384048"/>
          </a:xfrm>
          <a:prstGeom prst="roundRect">
            <a:avLst/>
          </a:prstGeom>
          <a:solidFill>
            <a:srgbClr val="0033CC"/>
          </a:solidFill>
          <a:ln>
            <a:solidFill>
              <a:srgbClr val="0033CC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468FF3D2-C0F9-AB83-721C-67CB341F64C0}"/>
              </a:ext>
            </a:extLst>
          </p:cNvPr>
          <p:cNvSpPr/>
          <p:nvPr/>
        </p:nvSpPr>
        <p:spPr>
          <a:xfrm rot="20457033">
            <a:off x="892849" y="3966504"/>
            <a:ext cx="173736" cy="384048"/>
          </a:xfrm>
          <a:prstGeom prst="roundRect">
            <a:avLst/>
          </a:prstGeom>
          <a:solidFill>
            <a:srgbClr val="0033CC"/>
          </a:solidFill>
          <a:ln>
            <a:solidFill>
              <a:srgbClr val="0033CC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26FEC654-B46B-4A1D-3A56-48F7D463799C}"/>
              </a:ext>
            </a:extLst>
          </p:cNvPr>
          <p:cNvSpPr/>
          <p:nvPr/>
        </p:nvSpPr>
        <p:spPr>
          <a:xfrm rot="956887">
            <a:off x="872967" y="3649226"/>
            <a:ext cx="173736" cy="384048"/>
          </a:xfrm>
          <a:prstGeom prst="roundRect">
            <a:avLst/>
          </a:prstGeom>
          <a:solidFill>
            <a:srgbClr val="0033CC"/>
          </a:solidFill>
          <a:ln>
            <a:solidFill>
              <a:srgbClr val="0033CC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47D12BB-4E3C-7F41-2983-2816FC8706D0}"/>
              </a:ext>
            </a:extLst>
          </p:cNvPr>
          <p:cNvSpPr/>
          <p:nvPr/>
        </p:nvSpPr>
        <p:spPr>
          <a:xfrm>
            <a:off x="2369230" y="3979200"/>
            <a:ext cx="772431" cy="49660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DF7D53B-C33C-7512-2DDB-7342A4244FD1}"/>
              </a:ext>
            </a:extLst>
          </p:cNvPr>
          <p:cNvSpPr/>
          <p:nvPr/>
        </p:nvSpPr>
        <p:spPr>
          <a:xfrm rot="956887">
            <a:off x="2971830" y="3990167"/>
            <a:ext cx="173736" cy="3840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F49EFA0D-1C02-12EC-AE86-E7D8779868FC}"/>
              </a:ext>
            </a:extLst>
          </p:cNvPr>
          <p:cNvSpPr/>
          <p:nvPr/>
        </p:nvSpPr>
        <p:spPr>
          <a:xfrm rot="20651986">
            <a:off x="2991746" y="3688127"/>
            <a:ext cx="173736" cy="3840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4DE14BCD-1ADD-DD49-A678-857CAECCEDC5}"/>
              </a:ext>
            </a:extLst>
          </p:cNvPr>
          <p:cNvSpPr/>
          <p:nvPr/>
        </p:nvSpPr>
        <p:spPr>
          <a:xfrm rot="20457033">
            <a:off x="2348465" y="3966504"/>
            <a:ext cx="173736" cy="3840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DB2415C9-D969-E566-D526-86AAFEE0885A}"/>
              </a:ext>
            </a:extLst>
          </p:cNvPr>
          <p:cNvSpPr/>
          <p:nvPr/>
        </p:nvSpPr>
        <p:spPr>
          <a:xfrm rot="956887">
            <a:off x="2328583" y="3649226"/>
            <a:ext cx="173736" cy="3840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AC13EC6-422A-5BD3-43ED-CF4277E16AAD}"/>
              </a:ext>
            </a:extLst>
          </p:cNvPr>
          <p:cNvSpPr/>
          <p:nvPr/>
        </p:nvSpPr>
        <p:spPr>
          <a:xfrm>
            <a:off x="3813462" y="3986930"/>
            <a:ext cx="772431" cy="49660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8A14BDD-5624-5558-2330-E41CB7D5EEDB}"/>
              </a:ext>
            </a:extLst>
          </p:cNvPr>
          <p:cNvSpPr/>
          <p:nvPr/>
        </p:nvSpPr>
        <p:spPr>
          <a:xfrm rot="956887">
            <a:off x="4416062" y="3997897"/>
            <a:ext cx="173736" cy="384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E2D05F3-EB0E-384E-0A84-177AC52FA3AA}"/>
              </a:ext>
            </a:extLst>
          </p:cNvPr>
          <p:cNvSpPr/>
          <p:nvPr/>
        </p:nvSpPr>
        <p:spPr>
          <a:xfrm rot="20651986">
            <a:off x="4435978" y="3695857"/>
            <a:ext cx="173736" cy="384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5B2661B-D2EA-3F76-CBE4-BC6CD9E4362A}"/>
              </a:ext>
            </a:extLst>
          </p:cNvPr>
          <p:cNvSpPr/>
          <p:nvPr/>
        </p:nvSpPr>
        <p:spPr>
          <a:xfrm rot="20457033">
            <a:off x="3792697" y="3974234"/>
            <a:ext cx="173736" cy="384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07670AB-E92D-7B4B-F697-34BED535F1CA}"/>
              </a:ext>
            </a:extLst>
          </p:cNvPr>
          <p:cNvSpPr/>
          <p:nvPr/>
        </p:nvSpPr>
        <p:spPr>
          <a:xfrm rot="956887">
            <a:off x="3772815" y="3656956"/>
            <a:ext cx="173736" cy="384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89D174E-CA64-59C4-1BC8-2D1658BD81DD}"/>
              </a:ext>
            </a:extLst>
          </p:cNvPr>
          <p:cNvSpPr/>
          <p:nvPr/>
        </p:nvSpPr>
        <p:spPr>
          <a:xfrm>
            <a:off x="5162611" y="3483152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8678332-B0E9-D707-0D65-3CDB98FB6CAD}"/>
              </a:ext>
            </a:extLst>
          </p:cNvPr>
          <p:cNvSpPr/>
          <p:nvPr/>
        </p:nvSpPr>
        <p:spPr>
          <a:xfrm>
            <a:off x="6613202" y="3507999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212868F-E826-C0C6-D5A9-73C56168A15D}"/>
              </a:ext>
            </a:extLst>
          </p:cNvPr>
          <p:cNvSpPr/>
          <p:nvPr/>
        </p:nvSpPr>
        <p:spPr>
          <a:xfrm>
            <a:off x="8066977" y="3497364"/>
            <a:ext cx="943525" cy="1019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0737C4F8-2F2F-9345-5F64-A14445C79F38}"/>
              </a:ext>
            </a:extLst>
          </p:cNvPr>
          <p:cNvSpPr/>
          <p:nvPr/>
        </p:nvSpPr>
        <p:spPr>
          <a:xfrm>
            <a:off x="5252677" y="3998236"/>
            <a:ext cx="772431" cy="49660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D97C49F-2611-08E2-021D-65DE22F08B55}"/>
              </a:ext>
            </a:extLst>
          </p:cNvPr>
          <p:cNvSpPr/>
          <p:nvPr/>
        </p:nvSpPr>
        <p:spPr>
          <a:xfrm rot="956887">
            <a:off x="5855277" y="4009203"/>
            <a:ext cx="173736" cy="384048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DC94D945-425D-182C-2DCF-480A6373EECC}"/>
              </a:ext>
            </a:extLst>
          </p:cNvPr>
          <p:cNvSpPr/>
          <p:nvPr/>
        </p:nvSpPr>
        <p:spPr>
          <a:xfrm rot="20651986">
            <a:off x="5875193" y="3707163"/>
            <a:ext cx="173736" cy="384048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E3B08644-A03C-07B1-AF00-EE7EED08ECCC}"/>
              </a:ext>
            </a:extLst>
          </p:cNvPr>
          <p:cNvSpPr/>
          <p:nvPr/>
        </p:nvSpPr>
        <p:spPr>
          <a:xfrm rot="20457033">
            <a:off x="5231912" y="3985540"/>
            <a:ext cx="173736" cy="384048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F5C29982-4581-EC05-660F-9E74FDF9C8F6}"/>
              </a:ext>
            </a:extLst>
          </p:cNvPr>
          <p:cNvSpPr/>
          <p:nvPr/>
        </p:nvSpPr>
        <p:spPr>
          <a:xfrm rot="956887">
            <a:off x="5212030" y="3668262"/>
            <a:ext cx="173736" cy="384048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E1C49571-BD3B-8D15-8658-14A3F64550F5}"/>
              </a:ext>
            </a:extLst>
          </p:cNvPr>
          <p:cNvSpPr/>
          <p:nvPr/>
        </p:nvSpPr>
        <p:spPr>
          <a:xfrm>
            <a:off x="6708293" y="3998236"/>
            <a:ext cx="772431" cy="496605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A95A854-5E39-A098-31C9-E65F707DD5B4}"/>
              </a:ext>
            </a:extLst>
          </p:cNvPr>
          <p:cNvSpPr/>
          <p:nvPr/>
        </p:nvSpPr>
        <p:spPr>
          <a:xfrm rot="956887">
            <a:off x="7310893" y="4009203"/>
            <a:ext cx="173736" cy="38404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28805A-83F7-D0AB-08F3-B54A27941F2D}"/>
              </a:ext>
            </a:extLst>
          </p:cNvPr>
          <p:cNvSpPr/>
          <p:nvPr/>
        </p:nvSpPr>
        <p:spPr>
          <a:xfrm rot="20651986">
            <a:off x="7330809" y="3707163"/>
            <a:ext cx="173736" cy="38404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A0DDA28-0E70-5716-9833-3202D4ED30BA}"/>
              </a:ext>
            </a:extLst>
          </p:cNvPr>
          <p:cNvSpPr/>
          <p:nvPr/>
        </p:nvSpPr>
        <p:spPr>
          <a:xfrm rot="20457033">
            <a:off x="6687528" y="3985540"/>
            <a:ext cx="173736" cy="38404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4C03CEB1-82D0-B5A3-A157-DF77B16D1A9D}"/>
              </a:ext>
            </a:extLst>
          </p:cNvPr>
          <p:cNvSpPr/>
          <p:nvPr/>
        </p:nvSpPr>
        <p:spPr>
          <a:xfrm rot="956887">
            <a:off x="6667646" y="3668262"/>
            <a:ext cx="173736" cy="38404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DE127F4B-5083-5F71-6D13-38949C3E204F}"/>
              </a:ext>
            </a:extLst>
          </p:cNvPr>
          <p:cNvSpPr/>
          <p:nvPr/>
        </p:nvSpPr>
        <p:spPr>
          <a:xfrm>
            <a:off x="8152525" y="4005966"/>
            <a:ext cx="772431" cy="49660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BF28D92-BD78-5F3F-BF0E-C76F0C5D058B}"/>
              </a:ext>
            </a:extLst>
          </p:cNvPr>
          <p:cNvSpPr/>
          <p:nvPr/>
        </p:nvSpPr>
        <p:spPr>
          <a:xfrm rot="956887">
            <a:off x="8755125" y="4016933"/>
            <a:ext cx="173736" cy="384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968E9EBA-A6C4-8186-C22A-AB65108A7064}"/>
              </a:ext>
            </a:extLst>
          </p:cNvPr>
          <p:cNvSpPr/>
          <p:nvPr/>
        </p:nvSpPr>
        <p:spPr>
          <a:xfrm rot="20651986">
            <a:off x="8775041" y="3714893"/>
            <a:ext cx="173736" cy="384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3203E277-4065-EB25-A25A-579BFF9471EF}"/>
              </a:ext>
            </a:extLst>
          </p:cNvPr>
          <p:cNvSpPr/>
          <p:nvPr/>
        </p:nvSpPr>
        <p:spPr>
          <a:xfrm rot="20457033">
            <a:off x="8131760" y="3993270"/>
            <a:ext cx="173736" cy="384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C07B8F57-7245-EA1E-E8C1-3236DA00F171}"/>
              </a:ext>
            </a:extLst>
          </p:cNvPr>
          <p:cNvSpPr/>
          <p:nvPr/>
        </p:nvSpPr>
        <p:spPr>
          <a:xfrm rot="956887">
            <a:off x="8111878" y="3675992"/>
            <a:ext cx="173736" cy="384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5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1" name="Group 990">
            <a:extLst>
              <a:ext uri="{FF2B5EF4-FFF2-40B4-BE49-F238E27FC236}">
                <a16:creationId xmlns:a16="http://schemas.microsoft.com/office/drawing/2014/main" id="{83CCA5F5-56B0-7349-84B6-81830B57B822}"/>
              </a:ext>
            </a:extLst>
          </p:cNvPr>
          <p:cNvGrpSpPr/>
          <p:nvPr/>
        </p:nvGrpSpPr>
        <p:grpSpPr>
          <a:xfrm>
            <a:off x="5179136" y="2794673"/>
            <a:ext cx="1225484" cy="1390455"/>
            <a:chOff x="2498104" y="4001677"/>
            <a:chExt cx="1225484" cy="1390455"/>
          </a:xfrm>
        </p:grpSpPr>
        <p:sp>
          <p:nvSpPr>
            <p:cNvPr id="982" name="Rectangle: Rounded Corners 981">
              <a:extLst>
                <a:ext uri="{FF2B5EF4-FFF2-40B4-BE49-F238E27FC236}">
                  <a16:creationId xmlns:a16="http://schemas.microsoft.com/office/drawing/2014/main" id="{FA14F2A3-F834-9C3F-E3E9-0153EA02473F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6" name="Rectangle: Rounded Corners 985">
              <a:extLst>
                <a:ext uri="{FF2B5EF4-FFF2-40B4-BE49-F238E27FC236}">
                  <a16:creationId xmlns:a16="http://schemas.microsoft.com/office/drawing/2014/main" id="{302207D3-90CF-640E-B7B2-D2F404236EE0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7" name="Rectangle: Rounded Corners 986">
              <a:extLst>
                <a:ext uri="{FF2B5EF4-FFF2-40B4-BE49-F238E27FC236}">
                  <a16:creationId xmlns:a16="http://schemas.microsoft.com/office/drawing/2014/main" id="{5B07C190-6E22-49AE-75C8-061AE61CB30B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8" name="Rectangle: Rounded Corners 987">
              <a:extLst>
                <a:ext uri="{FF2B5EF4-FFF2-40B4-BE49-F238E27FC236}">
                  <a16:creationId xmlns:a16="http://schemas.microsoft.com/office/drawing/2014/main" id="{BAC8AF0D-DB59-B47E-E354-F7D25C8EBB1A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0" name="Flowchart: Connector 989">
              <a:extLst>
                <a:ext uri="{FF2B5EF4-FFF2-40B4-BE49-F238E27FC236}">
                  <a16:creationId xmlns:a16="http://schemas.microsoft.com/office/drawing/2014/main" id="{CE498001-52D2-B51D-0B12-DCA6D1A0ABC0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92" name="Group 991">
            <a:extLst>
              <a:ext uri="{FF2B5EF4-FFF2-40B4-BE49-F238E27FC236}">
                <a16:creationId xmlns:a16="http://schemas.microsoft.com/office/drawing/2014/main" id="{FC894B2D-53B9-1752-80FD-64376B6E70ED}"/>
              </a:ext>
            </a:extLst>
          </p:cNvPr>
          <p:cNvGrpSpPr/>
          <p:nvPr/>
        </p:nvGrpSpPr>
        <p:grpSpPr>
          <a:xfrm>
            <a:off x="5288949" y="4711782"/>
            <a:ext cx="1225484" cy="1390455"/>
            <a:chOff x="2498104" y="4001677"/>
            <a:chExt cx="1225484" cy="1390455"/>
          </a:xfrm>
        </p:grpSpPr>
        <p:sp>
          <p:nvSpPr>
            <p:cNvPr id="993" name="Rectangle: Rounded Corners 992">
              <a:extLst>
                <a:ext uri="{FF2B5EF4-FFF2-40B4-BE49-F238E27FC236}">
                  <a16:creationId xmlns:a16="http://schemas.microsoft.com/office/drawing/2014/main" id="{36928E0C-9816-8F1C-0813-378A11AD79FA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4" name="Rectangle: Rounded Corners 993">
              <a:extLst>
                <a:ext uri="{FF2B5EF4-FFF2-40B4-BE49-F238E27FC236}">
                  <a16:creationId xmlns:a16="http://schemas.microsoft.com/office/drawing/2014/main" id="{F9F067C3-9744-8F57-5269-A03D1B63DFAE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5" name="Rectangle: Rounded Corners 994">
              <a:extLst>
                <a:ext uri="{FF2B5EF4-FFF2-40B4-BE49-F238E27FC236}">
                  <a16:creationId xmlns:a16="http://schemas.microsoft.com/office/drawing/2014/main" id="{2FC92BDA-2C64-9BD6-51FA-67B1494ADAA6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6" name="Rectangle: Rounded Corners 995">
              <a:extLst>
                <a:ext uri="{FF2B5EF4-FFF2-40B4-BE49-F238E27FC236}">
                  <a16:creationId xmlns:a16="http://schemas.microsoft.com/office/drawing/2014/main" id="{78DCFEA7-D917-802F-BFB5-3BE729A3BD64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7" name="Flowchart: Connector 996">
              <a:extLst>
                <a:ext uri="{FF2B5EF4-FFF2-40B4-BE49-F238E27FC236}">
                  <a16:creationId xmlns:a16="http://schemas.microsoft.com/office/drawing/2014/main" id="{947B7516-F5F5-5C6D-7A1B-0EA81F1363FD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98" name="Group 997">
            <a:extLst>
              <a:ext uri="{FF2B5EF4-FFF2-40B4-BE49-F238E27FC236}">
                <a16:creationId xmlns:a16="http://schemas.microsoft.com/office/drawing/2014/main" id="{CA58B448-D867-DE00-B46A-8605DBED3A3C}"/>
              </a:ext>
            </a:extLst>
          </p:cNvPr>
          <p:cNvGrpSpPr/>
          <p:nvPr/>
        </p:nvGrpSpPr>
        <p:grpSpPr>
          <a:xfrm>
            <a:off x="6841621" y="2816670"/>
            <a:ext cx="1225484" cy="1390455"/>
            <a:chOff x="2498104" y="4001677"/>
            <a:chExt cx="1225484" cy="1390455"/>
          </a:xfrm>
        </p:grpSpPr>
        <p:sp>
          <p:nvSpPr>
            <p:cNvPr id="999" name="Rectangle: Rounded Corners 998">
              <a:extLst>
                <a:ext uri="{FF2B5EF4-FFF2-40B4-BE49-F238E27FC236}">
                  <a16:creationId xmlns:a16="http://schemas.microsoft.com/office/drawing/2014/main" id="{08251ACD-1526-89F4-9787-13E294877243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0" name="Rectangle: Rounded Corners 999">
              <a:extLst>
                <a:ext uri="{FF2B5EF4-FFF2-40B4-BE49-F238E27FC236}">
                  <a16:creationId xmlns:a16="http://schemas.microsoft.com/office/drawing/2014/main" id="{0DE0D9D1-0989-ECEE-B058-132F315E29B6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1" name="Rectangle: Rounded Corners 1000">
              <a:extLst>
                <a:ext uri="{FF2B5EF4-FFF2-40B4-BE49-F238E27FC236}">
                  <a16:creationId xmlns:a16="http://schemas.microsoft.com/office/drawing/2014/main" id="{4E1AF093-FBAA-83B4-2461-AF3E37A1E184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2" name="Rectangle: Rounded Corners 1001">
              <a:extLst>
                <a:ext uri="{FF2B5EF4-FFF2-40B4-BE49-F238E27FC236}">
                  <a16:creationId xmlns:a16="http://schemas.microsoft.com/office/drawing/2014/main" id="{256E45BF-8AB8-1419-52E9-1E5B887B6AAF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3" name="Flowchart: Connector 1002">
              <a:extLst>
                <a:ext uri="{FF2B5EF4-FFF2-40B4-BE49-F238E27FC236}">
                  <a16:creationId xmlns:a16="http://schemas.microsoft.com/office/drawing/2014/main" id="{1859F755-8E3C-F2B5-9C4E-15DA9FC6342C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04" name="Group 1003">
            <a:extLst>
              <a:ext uri="{FF2B5EF4-FFF2-40B4-BE49-F238E27FC236}">
                <a16:creationId xmlns:a16="http://schemas.microsoft.com/office/drawing/2014/main" id="{400F1858-D04D-F660-2E11-4CAC6E20180B}"/>
              </a:ext>
            </a:extLst>
          </p:cNvPr>
          <p:cNvGrpSpPr/>
          <p:nvPr/>
        </p:nvGrpSpPr>
        <p:grpSpPr>
          <a:xfrm>
            <a:off x="9045438" y="4736182"/>
            <a:ext cx="1225484" cy="1390455"/>
            <a:chOff x="2498104" y="4001677"/>
            <a:chExt cx="1225484" cy="1390455"/>
          </a:xfrm>
        </p:grpSpPr>
        <p:sp>
          <p:nvSpPr>
            <p:cNvPr id="1005" name="Rectangle: Rounded Corners 1004">
              <a:extLst>
                <a:ext uri="{FF2B5EF4-FFF2-40B4-BE49-F238E27FC236}">
                  <a16:creationId xmlns:a16="http://schemas.microsoft.com/office/drawing/2014/main" id="{B7B504FC-EAA4-AE04-4CFB-758FBDD66C33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6" name="Rectangle: Rounded Corners 1005">
              <a:extLst>
                <a:ext uri="{FF2B5EF4-FFF2-40B4-BE49-F238E27FC236}">
                  <a16:creationId xmlns:a16="http://schemas.microsoft.com/office/drawing/2014/main" id="{66EB93A2-7246-9F60-02EA-EACD0AE499F6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7" name="Rectangle: Rounded Corners 1006">
              <a:extLst>
                <a:ext uri="{FF2B5EF4-FFF2-40B4-BE49-F238E27FC236}">
                  <a16:creationId xmlns:a16="http://schemas.microsoft.com/office/drawing/2014/main" id="{818EEE53-075C-7880-CA96-90705F9CD3E3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8" name="Rectangle: Rounded Corners 1007">
              <a:extLst>
                <a:ext uri="{FF2B5EF4-FFF2-40B4-BE49-F238E27FC236}">
                  <a16:creationId xmlns:a16="http://schemas.microsoft.com/office/drawing/2014/main" id="{E8CE8665-9D5F-796A-9401-C598913BB034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9" name="Flowchart: Connector 1008">
              <a:extLst>
                <a:ext uri="{FF2B5EF4-FFF2-40B4-BE49-F238E27FC236}">
                  <a16:creationId xmlns:a16="http://schemas.microsoft.com/office/drawing/2014/main" id="{1858F8B2-7A58-14A3-B70C-7F58E19E6CF5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10" name="Group 1009">
            <a:extLst>
              <a:ext uri="{FF2B5EF4-FFF2-40B4-BE49-F238E27FC236}">
                <a16:creationId xmlns:a16="http://schemas.microsoft.com/office/drawing/2014/main" id="{EDB3486B-D9F7-E8D4-0BCA-69AB7593D7AD}"/>
              </a:ext>
            </a:extLst>
          </p:cNvPr>
          <p:cNvGrpSpPr/>
          <p:nvPr/>
        </p:nvGrpSpPr>
        <p:grpSpPr>
          <a:xfrm>
            <a:off x="9048581" y="2771893"/>
            <a:ext cx="1225484" cy="1390455"/>
            <a:chOff x="2498104" y="4001677"/>
            <a:chExt cx="1225484" cy="1390455"/>
          </a:xfrm>
        </p:grpSpPr>
        <p:sp>
          <p:nvSpPr>
            <p:cNvPr id="1011" name="Rectangle: Rounded Corners 1010">
              <a:extLst>
                <a:ext uri="{FF2B5EF4-FFF2-40B4-BE49-F238E27FC236}">
                  <a16:creationId xmlns:a16="http://schemas.microsoft.com/office/drawing/2014/main" id="{C83B55AA-C344-7162-2E56-74C3644CCE04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2" name="Rectangle: Rounded Corners 1011">
              <a:extLst>
                <a:ext uri="{FF2B5EF4-FFF2-40B4-BE49-F238E27FC236}">
                  <a16:creationId xmlns:a16="http://schemas.microsoft.com/office/drawing/2014/main" id="{FA136A4D-73CA-7A1B-856B-81FB22CAD438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3" name="Rectangle: Rounded Corners 1012">
              <a:extLst>
                <a:ext uri="{FF2B5EF4-FFF2-40B4-BE49-F238E27FC236}">
                  <a16:creationId xmlns:a16="http://schemas.microsoft.com/office/drawing/2014/main" id="{EA47BD0C-AF06-5345-5172-F005C1C58F27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4" name="Rectangle: Rounded Corners 1013">
              <a:extLst>
                <a:ext uri="{FF2B5EF4-FFF2-40B4-BE49-F238E27FC236}">
                  <a16:creationId xmlns:a16="http://schemas.microsoft.com/office/drawing/2014/main" id="{4CB2FB55-5127-6312-CBCB-7E758D57E9B1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5" name="Flowchart: Connector 1014">
              <a:extLst>
                <a:ext uri="{FF2B5EF4-FFF2-40B4-BE49-F238E27FC236}">
                  <a16:creationId xmlns:a16="http://schemas.microsoft.com/office/drawing/2014/main" id="{54BEB61D-C7B6-8A49-EB50-39049EC84103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16" name="Group 1015">
            <a:extLst>
              <a:ext uri="{FF2B5EF4-FFF2-40B4-BE49-F238E27FC236}">
                <a16:creationId xmlns:a16="http://schemas.microsoft.com/office/drawing/2014/main" id="{BAAC8BB7-749A-DBF3-EDD9-7D90243ABECF}"/>
              </a:ext>
            </a:extLst>
          </p:cNvPr>
          <p:cNvGrpSpPr/>
          <p:nvPr/>
        </p:nvGrpSpPr>
        <p:grpSpPr>
          <a:xfrm>
            <a:off x="10779209" y="4755113"/>
            <a:ext cx="1225484" cy="1390455"/>
            <a:chOff x="2498104" y="4001677"/>
            <a:chExt cx="1225484" cy="1390455"/>
          </a:xfrm>
        </p:grpSpPr>
        <p:sp>
          <p:nvSpPr>
            <p:cNvPr id="1017" name="Rectangle: Rounded Corners 1016">
              <a:extLst>
                <a:ext uri="{FF2B5EF4-FFF2-40B4-BE49-F238E27FC236}">
                  <a16:creationId xmlns:a16="http://schemas.microsoft.com/office/drawing/2014/main" id="{C51AA75E-BBCF-16FF-CD34-3C5B9624EDBD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8" name="Rectangle: Rounded Corners 1017">
              <a:extLst>
                <a:ext uri="{FF2B5EF4-FFF2-40B4-BE49-F238E27FC236}">
                  <a16:creationId xmlns:a16="http://schemas.microsoft.com/office/drawing/2014/main" id="{DBB7F16C-4581-C76B-38F2-02C462092AC3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9" name="Rectangle: Rounded Corners 1018">
              <a:extLst>
                <a:ext uri="{FF2B5EF4-FFF2-40B4-BE49-F238E27FC236}">
                  <a16:creationId xmlns:a16="http://schemas.microsoft.com/office/drawing/2014/main" id="{DE5281AD-1EF0-C746-E4B1-BBB88ADE1BE0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0" name="Rectangle: Rounded Corners 1019">
              <a:extLst>
                <a:ext uri="{FF2B5EF4-FFF2-40B4-BE49-F238E27FC236}">
                  <a16:creationId xmlns:a16="http://schemas.microsoft.com/office/drawing/2014/main" id="{9B727128-0F84-ABFB-3402-1A127E21F83F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1" name="Flowchart: Connector 1020">
              <a:extLst>
                <a:ext uri="{FF2B5EF4-FFF2-40B4-BE49-F238E27FC236}">
                  <a16:creationId xmlns:a16="http://schemas.microsoft.com/office/drawing/2014/main" id="{FEE13CAB-0799-448F-B2A5-2BB80455453B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22" name="Group 1021">
            <a:extLst>
              <a:ext uri="{FF2B5EF4-FFF2-40B4-BE49-F238E27FC236}">
                <a16:creationId xmlns:a16="http://schemas.microsoft.com/office/drawing/2014/main" id="{E2C8CA88-0F08-6B59-4A6B-1C73E6BA85D7}"/>
              </a:ext>
            </a:extLst>
          </p:cNvPr>
          <p:cNvGrpSpPr/>
          <p:nvPr/>
        </p:nvGrpSpPr>
        <p:grpSpPr>
          <a:xfrm>
            <a:off x="10655879" y="2771893"/>
            <a:ext cx="1225484" cy="1390455"/>
            <a:chOff x="2498104" y="4001677"/>
            <a:chExt cx="1225484" cy="1390455"/>
          </a:xfrm>
        </p:grpSpPr>
        <p:sp>
          <p:nvSpPr>
            <p:cNvPr id="1023" name="Rectangle: Rounded Corners 1022">
              <a:extLst>
                <a:ext uri="{FF2B5EF4-FFF2-40B4-BE49-F238E27FC236}">
                  <a16:creationId xmlns:a16="http://schemas.microsoft.com/office/drawing/2014/main" id="{AE94BBD8-D4B3-1331-6B4F-2142699115CA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Rectangle: Rounded Corners 1023">
              <a:extLst>
                <a:ext uri="{FF2B5EF4-FFF2-40B4-BE49-F238E27FC236}">
                  <a16:creationId xmlns:a16="http://schemas.microsoft.com/office/drawing/2014/main" id="{19C422C9-26DA-09DD-6B93-ED612687AFEE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Rectangle: Rounded Corners 1024">
              <a:extLst>
                <a:ext uri="{FF2B5EF4-FFF2-40B4-BE49-F238E27FC236}">
                  <a16:creationId xmlns:a16="http://schemas.microsoft.com/office/drawing/2014/main" id="{8A68D404-E9C7-3B37-8767-627F129D919A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6" name="Rectangle: Rounded Corners 1025">
              <a:extLst>
                <a:ext uri="{FF2B5EF4-FFF2-40B4-BE49-F238E27FC236}">
                  <a16:creationId xmlns:a16="http://schemas.microsoft.com/office/drawing/2014/main" id="{E52D5596-B548-512E-EBFA-A965654C2D4F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Flowchart: Connector 1026">
              <a:extLst>
                <a:ext uri="{FF2B5EF4-FFF2-40B4-BE49-F238E27FC236}">
                  <a16:creationId xmlns:a16="http://schemas.microsoft.com/office/drawing/2014/main" id="{DAD1916B-62CB-2DB2-F7D1-7B5772890B6C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1F0A3756-E73F-7099-E5BE-A37079213E39}"/>
              </a:ext>
            </a:extLst>
          </p:cNvPr>
          <p:cNvGrpSpPr/>
          <p:nvPr/>
        </p:nvGrpSpPr>
        <p:grpSpPr>
          <a:xfrm>
            <a:off x="6875298" y="4799890"/>
            <a:ext cx="1225484" cy="1390455"/>
            <a:chOff x="2498104" y="4001677"/>
            <a:chExt cx="1225484" cy="1390455"/>
          </a:xfrm>
        </p:grpSpPr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83DB518C-F8AB-BBB1-194D-E5F0FBBC7BC1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0" name="Rectangle: Rounded Corners 1029">
              <a:extLst>
                <a:ext uri="{FF2B5EF4-FFF2-40B4-BE49-F238E27FC236}">
                  <a16:creationId xmlns:a16="http://schemas.microsoft.com/office/drawing/2014/main" id="{15945E0E-1A56-3C55-AD25-F8E351554757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Rectangle: Rounded Corners 1030">
              <a:extLst>
                <a:ext uri="{FF2B5EF4-FFF2-40B4-BE49-F238E27FC236}">
                  <a16:creationId xmlns:a16="http://schemas.microsoft.com/office/drawing/2014/main" id="{7540A035-3B2F-D9F4-18CA-6234E4E9E1C6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Rectangle: Rounded Corners 1031">
              <a:extLst>
                <a:ext uri="{FF2B5EF4-FFF2-40B4-BE49-F238E27FC236}">
                  <a16:creationId xmlns:a16="http://schemas.microsoft.com/office/drawing/2014/main" id="{B909C590-37A4-932D-4CAF-69791F0A930D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Flowchart: Connector 1032">
              <a:extLst>
                <a:ext uri="{FF2B5EF4-FFF2-40B4-BE49-F238E27FC236}">
                  <a16:creationId xmlns:a16="http://schemas.microsoft.com/office/drawing/2014/main" id="{B25DBDFB-407B-ACAF-89E8-334C03A84F10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A29DEDCC-6A50-50BA-5D77-00D987373386}"/>
              </a:ext>
            </a:extLst>
          </p:cNvPr>
          <p:cNvGrpSpPr/>
          <p:nvPr/>
        </p:nvGrpSpPr>
        <p:grpSpPr>
          <a:xfrm>
            <a:off x="2290715" y="2823326"/>
            <a:ext cx="1225484" cy="1390455"/>
            <a:chOff x="2498104" y="4001677"/>
            <a:chExt cx="1225484" cy="1390455"/>
          </a:xfrm>
        </p:grpSpPr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C504AB2E-8016-5DC6-92CA-A725EE4BCB2C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: Rounded Corners 1035">
              <a:extLst>
                <a:ext uri="{FF2B5EF4-FFF2-40B4-BE49-F238E27FC236}">
                  <a16:creationId xmlns:a16="http://schemas.microsoft.com/office/drawing/2014/main" id="{6B9D564C-6A81-8337-C147-98DBB63B931C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Rectangle: Rounded Corners 1036">
              <a:extLst>
                <a:ext uri="{FF2B5EF4-FFF2-40B4-BE49-F238E27FC236}">
                  <a16:creationId xmlns:a16="http://schemas.microsoft.com/office/drawing/2014/main" id="{5E3FAC04-694C-A4AA-504D-FFB12ABD7874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Rectangle: Rounded Corners 1037">
              <a:extLst>
                <a:ext uri="{FF2B5EF4-FFF2-40B4-BE49-F238E27FC236}">
                  <a16:creationId xmlns:a16="http://schemas.microsoft.com/office/drawing/2014/main" id="{D7D9AA55-8E9B-93E6-FAD7-6725F73F77AE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Flowchart: Connector 1038">
              <a:extLst>
                <a:ext uri="{FF2B5EF4-FFF2-40B4-BE49-F238E27FC236}">
                  <a16:creationId xmlns:a16="http://schemas.microsoft.com/office/drawing/2014/main" id="{6DE45C9E-03FB-541C-E824-42AC3E100734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9A9136BC-0D1D-0FDF-274E-022F0C6D180D}"/>
              </a:ext>
            </a:extLst>
          </p:cNvPr>
          <p:cNvGrpSpPr/>
          <p:nvPr/>
        </p:nvGrpSpPr>
        <p:grpSpPr>
          <a:xfrm>
            <a:off x="3687452" y="4738539"/>
            <a:ext cx="1225484" cy="1390455"/>
            <a:chOff x="2498104" y="4001677"/>
            <a:chExt cx="1225484" cy="1390455"/>
          </a:xfrm>
        </p:grpSpPr>
        <p:sp>
          <p:nvSpPr>
            <p:cNvPr id="1041" name="Rectangle: Rounded Corners 1040">
              <a:extLst>
                <a:ext uri="{FF2B5EF4-FFF2-40B4-BE49-F238E27FC236}">
                  <a16:creationId xmlns:a16="http://schemas.microsoft.com/office/drawing/2014/main" id="{CAFADA4F-FF5A-6430-5907-8111DD96E563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: Rounded Corners 1041">
              <a:extLst>
                <a:ext uri="{FF2B5EF4-FFF2-40B4-BE49-F238E27FC236}">
                  <a16:creationId xmlns:a16="http://schemas.microsoft.com/office/drawing/2014/main" id="{6B0CA39A-7C42-2452-4A1F-88F86E290D62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Rectangle: Rounded Corners 1042">
              <a:extLst>
                <a:ext uri="{FF2B5EF4-FFF2-40B4-BE49-F238E27FC236}">
                  <a16:creationId xmlns:a16="http://schemas.microsoft.com/office/drawing/2014/main" id="{31E6E936-9B98-B00A-FCD4-98532BD6568A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Rectangle: Rounded Corners 1043">
              <a:extLst>
                <a:ext uri="{FF2B5EF4-FFF2-40B4-BE49-F238E27FC236}">
                  <a16:creationId xmlns:a16="http://schemas.microsoft.com/office/drawing/2014/main" id="{E4361E3A-EE01-BF2C-4D92-35663554F835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Flowchart: Connector 1044">
              <a:extLst>
                <a:ext uri="{FF2B5EF4-FFF2-40B4-BE49-F238E27FC236}">
                  <a16:creationId xmlns:a16="http://schemas.microsoft.com/office/drawing/2014/main" id="{3F3C36B5-0CD7-E362-832B-7CC3764F14C6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95693FFF-85A6-063F-C457-2DA20A7999AA}"/>
              </a:ext>
            </a:extLst>
          </p:cNvPr>
          <p:cNvGrpSpPr/>
          <p:nvPr/>
        </p:nvGrpSpPr>
        <p:grpSpPr>
          <a:xfrm>
            <a:off x="3651316" y="2807615"/>
            <a:ext cx="1225484" cy="1390455"/>
            <a:chOff x="2498104" y="4001677"/>
            <a:chExt cx="1225484" cy="1390455"/>
          </a:xfrm>
        </p:grpSpPr>
        <p:sp>
          <p:nvSpPr>
            <p:cNvPr id="1047" name="Rectangle: Rounded Corners 1046">
              <a:extLst>
                <a:ext uri="{FF2B5EF4-FFF2-40B4-BE49-F238E27FC236}">
                  <a16:creationId xmlns:a16="http://schemas.microsoft.com/office/drawing/2014/main" id="{24317E35-9F85-576C-2613-D685CCDA622A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Rectangle: Rounded Corners 1047">
              <a:extLst>
                <a:ext uri="{FF2B5EF4-FFF2-40B4-BE49-F238E27FC236}">
                  <a16:creationId xmlns:a16="http://schemas.microsoft.com/office/drawing/2014/main" id="{27B79856-C245-FD66-EC9D-8D013A3CE27A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Rectangle: Rounded Corners 1048">
              <a:extLst>
                <a:ext uri="{FF2B5EF4-FFF2-40B4-BE49-F238E27FC236}">
                  <a16:creationId xmlns:a16="http://schemas.microsoft.com/office/drawing/2014/main" id="{5CA30843-20CE-CA91-44BF-2F94879DC22C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Rectangle: Rounded Corners 1049">
              <a:extLst>
                <a:ext uri="{FF2B5EF4-FFF2-40B4-BE49-F238E27FC236}">
                  <a16:creationId xmlns:a16="http://schemas.microsoft.com/office/drawing/2014/main" id="{95EA9BF4-4482-02E2-FE96-924679CBB872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Flowchart: Connector 1050">
              <a:extLst>
                <a:ext uri="{FF2B5EF4-FFF2-40B4-BE49-F238E27FC236}">
                  <a16:creationId xmlns:a16="http://schemas.microsoft.com/office/drawing/2014/main" id="{61538D14-A7CB-C0BE-3F7C-EB43BA3DE692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BD088505-A2C6-0022-FFFA-B317E2DEB8A0}"/>
              </a:ext>
            </a:extLst>
          </p:cNvPr>
          <p:cNvGrpSpPr/>
          <p:nvPr/>
        </p:nvGrpSpPr>
        <p:grpSpPr>
          <a:xfrm>
            <a:off x="2229439" y="4741680"/>
            <a:ext cx="1225484" cy="1390455"/>
            <a:chOff x="2498104" y="4001677"/>
            <a:chExt cx="1225484" cy="1390455"/>
          </a:xfrm>
        </p:grpSpPr>
        <p:sp>
          <p:nvSpPr>
            <p:cNvPr id="1053" name="Rectangle: Rounded Corners 1052">
              <a:extLst>
                <a:ext uri="{FF2B5EF4-FFF2-40B4-BE49-F238E27FC236}">
                  <a16:creationId xmlns:a16="http://schemas.microsoft.com/office/drawing/2014/main" id="{F13D31B9-E4F9-C6F8-29D9-DA7C505E457A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Rectangle: Rounded Corners 1053">
              <a:extLst>
                <a:ext uri="{FF2B5EF4-FFF2-40B4-BE49-F238E27FC236}">
                  <a16:creationId xmlns:a16="http://schemas.microsoft.com/office/drawing/2014/main" id="{AC460F65-91E9-B3CD-AF75-FB55BA873172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Rectangle: Rounded Corners 1054">
              <a:extLst>
                <a:ext uri="{FF2B5EF4-FFF2-40B4-BE49-F238E27FC236}">
                  <a16:creationId xmlns:a16="http://schemas.microsoft.com/office/drawing/2014/main" id="{733741B6-4B6A-0149-7122-D6DF3BD3A929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Rectangle: Rounded Corners 1055">
              <a:extLst>
                <a:ext uri="{FF2B5EF4-FFF2-40B4-BE49-F238E27FC236}">
                  <a16:creationId xmlns:a16="http://schemas.microsoft.com/office/drawing/2014/main" id="{588E2EC4-D887-3405-0FF5-A6D8F556DC91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Flowchart: Connector 1056">
              <a:extLst>
                <a:ext uri="{FF2B5EF4-FFF2-40B4-BE49-F238E27FC236}">
                  <a16:creationId xmlns:a16="http://schemas.microsoft.com/office/drawing/2014/main" id="{9F452D1E-1F34-88CA-3278-D8D6BC7E7926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DF22FB05-E3B6-2C75-69D9-9FB6913D69A1}"/>
              </a:ext>
            </a:extLst>
          </p:cNvPr>
          <p:cNvGrpSpPr/>
          <p:nvPr/>
        </p:nvGrpSpPr>
        <p:grpSpPr>
          <a:xfrm>
            <a:off x="515333" y="4696118"/>
            <a:ext cx="1225484" cy="1390455"/>
            <a:chOff x="2498104" y="4001677"/>
            <a:chExt cx="1225484" cy="1390455"/>
          </a:xfrm>
        </p:grpSpPr>
        <p:sp>
          <p:nvSpPr>
            <p:cNvPr id="1059" name="Rectangle: Rounded Corners 1058">
              <a:extLst>
                <a:ext uri="{FF2B5EF4-FFF2-40B4-BE49-F238E27FC236}">
                  <a16:creationId xmlns:a16="http://schemas.microsoft.com/office/drawing/2014/main" id="{D27502C7-7C35-DC06-0CD9-D15C959E1AC8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Rectangle: Rounded Corners 1059">
              <a:extLst>
                <a:ext uri="{FF2B5EF4-FFF2-40B4-BE49-F238E27FC236}">
                  <a16:creationId xmlns:a16="http://schemas.microsoft.com/office/drawing/2014/main" id="{BAF8B747-28B2-BEB8-65C9-0F7FDC61375F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Rectangle: Rounded Corners 1060">
              <a:extLst>
                <a:ext uri="{FF2B5EF4-FFF2-40B4-BE49-F238E27FC236}">
                  <a16:creationId xmlns:a16="http://schemas.microsoft.com/office/drawing/2014/main" id="{28D38E8B-EFD3-5F4F-F203-FF347ECA81D9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Rectangle: Rounded Corners 1061">
              <a:extLst>
                <a:ext uri="{FF2B5EF4-FFF2-40B4-BE49-F238E27FC236}">
                  <a16:creationId xmlns:a16="http://schemas.microsoft.com/office/drawing/2014/main" id="{79531C9B-2655-3170-9FCD-7FFF8D14E669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Flowchart: Connector 1062">
              <a:extLst>
                <a:ext uri="{FF2B5EF4-FFF2-40B4-BE49-F238E27FC236}">
                  <a16:creationId xmlns:a16="http://schemas.microsoft.com/office/drawing/2014/main" id="{2A12A059-E30E-A43C-668E-42D7B8BEDEDB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A919F56C-A229-BECA-CB87-34FA956804DC}"/>
              </a:ext>
            </a:extLst>
          </p:cNvPr>
          <p:cNvGrpSpPr/>
          <p:nvPr/>
        </p:nvGrpSpPr>
        <p:grpSpPr>
          <a:xfrm>
            <a:off x="450916" y="2888640"/>
            <a:ext cx="1225484" cy="1390455"/>
            <a:chOff x="2498104" y="4001677"/>
            <a:chExt cx="1225484" cy="1390455"/>
          </a:xfrm>
        </p:grpSpPr>
        <p:sp>
          <p:nvSpPr>
            <p:cNvPr id="1065" name="Rectangle: Rounded Corners 1064">
              <a:extLst>
                <a:ext uri="{FF2B5EF4-FFF2-40B4-BE49-F238E27FC236}">
                  <a16:creationId xmlns:a16="http://schemas.microsoft.com/office/drawing/2014/main" id="{D6B033CE-E1F5-308E-885C-813A3C80C728}"/>
                </a:ext>
              </a:extLst>
            </p:cNvPr>
            <p:cNvSpPr/>
            <p:nvPr/>
          </p:nvSpPr>
          <p:spPr>
            <a:xfrm>
              <a:off x="3342091" y="4001678"/>
              <a:ext cx="381496" cy="100866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Rectangle: Rounded Corners 1065">
              <a:extLst>
                <a:ext uri="{FF2B5EF4-FFF2-40B4-BE49-F238E27FC236}">
                  <a16:creationId xmlns:a16="http://schemas.microsoft.com/office/drawing/2014/main" id="{E8CD6C57-C93F-BD8B-5093-D1BF975E25B6}"/>
                </a:ext>
              </a:extLst>
            </p:cNvPr>
            <p:cNvSpPr/>
            <p:nvPr/>
          </p:nvSpPr>
          <p:spPr>
            <a:xfrm>
              <a:off x="2498104" y="4741682"/>
              <a:ext cx="1225484" cy="537328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Rectangle: Rounded Corners 1066">
              <a:extLst>
                <a:ext uri="{FF2B5EF4-FFF2-40B4-BE49-F238E27FC236}">
                  <a16:creationId xmlns:a16="http://schemas.microsoft.com/office/drawing/2014/main" id="{8286B0D5-A3CB-B996-7C13-27E799E98B8E}"/>
                </a:ext>
              </a:extLst>
            </p:cNvPr>
            <p:cNvSpPr/>
            <p:nvPr/>
          </p:nvSpPr>
          <p:spPr>
            <a:xfrm>
              <a:off x="2498104" y="4001677"/>
              <a:ext cx="381496" cy="959177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Rectangle: Rounded Corners 1067">
              <a:extLst>
                <a:ext uri="{FF2B5EF4-FFF2-40B4-BE49-F238E27FC236}">
                  <a16:creationId xmlns:a16="http://schemas.microsoft.com/office/drawing/2014/main" id="{FD7523A9-B53E-A227-0784-8DB2ECEC22DA}"/>
                </a:ext>
              </a:extLst>
            </p:cNvPr>
            <p:cNvSpPr/>
            <p:nvPr/>
          </p:nvSpPr>
          <p:spPr>
            <a:xfrm>
              <a:off x="2653646" y="4741682"/>
              <a:ext cx="914400" cy="650450"/>
            </a:xfrm>
            <a:prstGeom prst="roundRect">
              <a:avLst/>
            </a:prstGeom>
            <a:gradFill flip="none" rotWithShape="1"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Flowchart: Connector 1068">
              <a:extLst>
                <a:ext uri="{FF2B5EF4-FFF2-40B4-BE49-F238E27FC236}">
                  <a16:creationId xmlns:a16="http://schemas.microsoft.com/office/drawing/2014/main" id="{3DAFFE73-8A8C-23E3-D0AD-EFBB995D06B6}"/>
                </a:ext>
              </a:extLst>
            </p:cNvPr>
            <p:cNvSpPr/>
            <p:nvPr/>
          </p:nvSpPr>
          <p:spPr>
            <a:xfrm>
              <a:off x="2879600" y="4847734"/>
              <a:ext cx="497915" cy="438346"/>
            </a:xfrm>
            <a:prstGeom prst="flowChartConnector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20213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b759f6-5337-4dc5-b19b-e74b6da11f8f}" enabled="1" method="Standard" siteId="{41ff26dc-250f-4b13-8981-739be8610c2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Bernard</dc:creator>
  <cp:lastModifiedBy>Olivier Bernard</cp:lastModifiedBy>
  <cp:revision>5</cp:revision>
  <dcterms:created xsi:type="dcterms:W3CDTF">2026-02-15T10:23:02Z</dcterms:created>
  <dcterms:modified xsi:type="dcterms:W3CDTF">2026-02-15T15:18:12Z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SLB-Private</vt:lpwstr>
  </property>
</Properties>
</file>